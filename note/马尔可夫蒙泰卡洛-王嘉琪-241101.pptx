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handoutMasterIdLst>
    <p:handoutMasterId r:id="rId15"/>
  </p:handoutMasterIdLst>
  <p:sldIdLst>
    <p:sldId id="256" r:id="rId3"/>
    <p:sldId id="257" r:id="rId4"/>
    <p:sldId id="258" r:id="rId5"/>
    <p:sldId id="259" r:id="rId6"/>
    <p:sldId id="261" r:id="rId7"/>
    <p:sldId id="262" r:id="rId9"/>
    <p:sldId id="263" r:id="rId10"/>
    <p:sldId id="267" r:id="rId11"/>
    <p:sldId id="271" r:id="rId12"/>
    <p:sldId id="269" r:id="rId13"/>
    <p:sldId id="273" r:id="rId14"/>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gs" Target="tags/tag76.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handoutMaster" Target="handoutMasters/handoutMaster1.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1922.000 224.000,'-0.003'0.008,"-0.004"0.012,-0.005 0.014,-0.005 0.013,-0.004 0.012,-0.003 0.010,-0.003 0.008,-0.002 0.006,-0.001 0.004,-0.001 0.003,0.000 0.002,0.000 0.001,0.000 0.000,0.000 0.000,0.000 0.000,0.000 0.000,0.000 0.000,0.000 0.000,0.000 0.000,0.000 0.000,0.000 0.000,0.000 0.000,0.000 0.000,0.000 0.000,0.000 0.000,0.000 0.000,0.000 0.000,0.000 0.000,0.000 0.000,0.000 0.000,0.000 0.000,0.000 0.000,0.000 0.000,0.007 0.023,0.003 0.060,0.003 0.071,-0.019 0.012,-0.037 0.045,-0.026 0.030,-0.041 0.057,-0.026 0.083,-0.013 0.063,-0.077 0.230,-0.025 0.097,-0.004-0.068,-0.019 0.019,-0.039 0.075,-0.017 0.042,0.038-0.108,-0.015-0.002,0.225-0.547,-0.225 0.583,0.009 0.018,-0.128 0.347,0.008 0.005,-0.052 0.144,0.003-0.088,0.112-0.313,-0.003-0.038,-0.025-0.044,-0.003-0.047,0.012-0.047,0.024-0.046,-0.005-0.043,0.011-0.040,-0.026 0.048,0.039-0.043,-0.051 0.155,0.088-0.109,0.082-0.107,0.071-0.097,0.054-0.171,-0.013-0.015,0.031-0.056,0.001 0.026,-0.026 0.191,0.010 0.067,0.006-0.035,-0.020 0.025,-0.054 0.243,-0.001 0.042,-0.049 0.128,-0.019 0.059,0.006-0.082,-0.028 0.025,0.065-0.216,0.003 0.013,-0.103 0.305,-0.010 0.011,0.058-0.279,-0.010-0.016,0.181 0.000</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1917.000 244.000,'-0.004'0.010,"-0.005"0.016,-0.006 0.018,-0.006 0.017,-0.005 0.016,-0.004 0.013,-0.004 0.011,-0.003 0.008,-0.002 0.006,-0.001 0.004,-0.001 0.002,0.000 0.001,0.000 0.001,0.000 0.000,0.000 0.000,0.000 0.000,0.000-0.001,0.000-0.001,0.000 0.000,0.000 0.000,0.000 0.000,0.000 0.000,0.000 0.000,0.000 0.000,0.000 0.000,0.016-0.011,0.002 0.056,0.002 0.054,0.002 0.050,0.002 0.082,0.002 0.067,0.004-0.021,0.001 0.033,-0.035 0.146,-0.024 0.053,-0.016 0.071,-0.009 0.046,-0.003 0.061,0.001 0.035,-0.056 0.426,-0.024-0.052,-0.027-0.123,0.059-0.316,0.004-0.001,0.008-0.011,0.011-0.018,-0.034 0.327,0.030-0.102,0.029-0.117,0.076-0.698,-0.041 0.550,0.016-0.045,0.014-0.051,0.013-0.140,0.005 0.011,0.004 0.045,0.003 0.032,0.003 0.022,0.002 0.014,-0.021 0.070,-0.038-0.042,-0.012-0.069,-0.011 0.005,-0.046 0.230,0.002-0.040,0.010-0.056,0.042-0.233,0.008-0.017,-0.035 0.156,-0.022-0.041,-0.030-0.043,0.025-0.121,0.002-0.008,0.007 0.000,0.011 0.005,0.023-0.042,0.010 0.010,0.003 0.162,0.013 0.078,0.016 0.000,0.008 0.053,-0.029 0.070,-0.019 0.044,0.056-0.544,-0.105 0.955,-0.003 0.039,0.006 0.000</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1942.000 220.000,'-0.009'0.026,"-0.013"0.040,-0.015 0.046,-0.015 0.046,-0.014 0.043,-0.012 0.037,-0.010 0.031,-0.008 0.025,-0.006 0.019,0.017-0.086,-0.027 0.019,-0.146 0.186,-0.047 0.037,-0.009 0.000,0.016-0.024,0.031-0.038,0.039-0.044,0.042-0.045,0.040-0.043,-0.030-0.029,-0.065 0.027,-0.165 0.214,-0.070 0.063,0.041-0.026,-0.051 0.107,-0.057 0.148,-0.023 0.100,-0.087 0.116,-0.059 0.051,0.049-0.070,-0.037 0.037,-0.150 0.261,-0.012 0.041,0.004 0.038,0.016-0.003,0.007 0.004,0.035-0.028,0.019-0.051,0.043-0.066,-0.076 0.122,0.059-0.075,0.154-0.189,0.067-0.044,0.114-0.197,0.027-0.062,-0.022 0.051,0.048 0.000</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1938.000 237.000,'0.012'0.000,"0.019"0.000,0.021 0.000,0.020 0.000,0.018 0.000,0.015 0.000,0.012 0.000,0.009 0.000,0.006 0.000,0.004 0.000,0.003 0.000,0.001 0.000,0.000 0.000,0.000 0.000,0.000 0.000,0.000 0.000,-0.001 0.000,-0.001 0.000,0.000 0.000,0.000 0.000,0.000 0.000,0.000 0.000,-0.098 0.000,0.277 0.000,0.141 0.000,0.486 0.000,0.214 0.000,0.516 0.000,0.199 0.000,0.486 0.089,0.104 0.046,-0.206 0.074,-0.081 0.040,-0.102 0.007,-0.181-0.014,-1.521-0.195,1.434 0.223,-0.304 0.027,-0.273-0.010,-0.230-0.032,-0.304-0.074,-0.094 0.000</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1968.000 240.000,'2.000'0.000</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1928.000 261.000,'0.032'0.000,"0.051"0.000,0.061 0.000,0.063 0.000,0.061 0.000,0.055 0.000,-0.054-0.018,0.028-0.031,0.174-0.065,0.019-0.020,0.001-0.003,-0.147 0.045,0.006 0.006,0.082 0.008,0.064 0.009,0.181-0.045,0.070-0.020,0.085-0.008,0.045 0.001,-0.027 0.023,0.050 0.008,-0.059 0.023,0.046 0.008,0.411-0.011,0.068 0.015,-1.020 0.056,0.751-0.027,0.043 0.007,-0.754 0.023,0.855-0.047,0.045-0.012,0.342-0.023,0.055-0.004,0.865-0.043,-0.059 0.011,-0.451 0.014,-0.016-0.027,-0.280 0.009,-0.065-0.002,-0.055 0.004,-0.082 0.008,-0.293 0.026,-0.077 0.009,0.089-0.039,-0.107-0.013,-0.104-0.004,-0.097 0.002,-0.071-0.011,-0.085 0.000</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1962.000 213.000,'-0.022'0.033,"-0.035"0.052,-0.040 0.059,-0.040 0.060,-0.037 0.055,-0.032 0.048,-0.026 0.040,0.074-0.094,0.006 0.022,0.010 0.024,0.012 0.025,-0.034 0.299,0.034 0.055,0.031 0.005,0.009-0.168,-0.015 0.049,-0.008 0.071,-0.002 0.048,0.003 0.029,0.006 0.014,0.021-0.102,0.007-0.002,0.051-0.414,-0.041 0.459,0.008 0.029,-0.054 0.549,-0.039-0.038,0.038-0.346,-0.001 0.018,0.003 0.072,0.006 0.037,0.009 0.082,0.010 0.041,-0.007-0.100,-0.012 0.033,0.069-0.694,-0.076 0.756,-0.001 0.026,-0.016 0.229,0.007-0.001,0.009 0.023,0.011 0.003,-0.024 0.078,-0.013 0.024,0.099-1.064,-0.104 1.067,0.003-0.034,0.102-1.045,-0.128 1.070,-0.015-0.008,-0.023-0.005,-0.028-0.039,-0.049 0.264,0.002-0.014,0.046-0.242,0.017-0.040,-0.066 0.742,0.053-0.146,0.052-0.229,0.066-0.811,-0.006-0.029,-0.022 0.180,0.003-0.002,0.007-0.024,0.010-0.039,0.012-0.048,0.013-0.054,0.023-0.149,0.009-0.019,-0.052 0.264,-0.017-0.020,0.012-0.156,0.001-0.035,0.020-0.119,0.005-0.006,-0.006 0.102,0.010-0.021,-0.025-0.026,-0.015-0.029,-0.082 0.265,0.008-0.158,0.022-0.172,0.029-0.166,0.030-0.148,0.029-0.125,0.025-0.100,0.021-0.076,0.017-0.055,0.013-0.038,0.009-0.024,0.006-0.013,0.004-0.006,0.002 0.000,0.001 0.003,0.000 0.005,0.000 0.005,-0.001 0.000</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1993.000 224.000,'-0.011'0.017,"-0.017"0.026,-0.020 0.029,-0.019 0.029,-0.017 0.026,-0.015 0.022,-0.012 0.018,-0.009 0.014,-0.007 0.010,-0.005 0.007,-0.003 0.004,-0.002 0.002,-0.001 0.001,0.000 0.000,0.000 0.000,-0.026-0.002,-0.046 0.006,-0.052 0.007,-0.052 0.007,0.023 0.010,-0.070 0.104,0.002 0.003,-0.037 0.021,-0.074 0.126,0.009 0.054,-0.011 0.032,-0.052 0.072,-0.248 0.274,-0.079 0.051,-0.044 0.000,0.271-0.284,0.000 0.033,-0.117 0.146,0.016 0.007,-0.169 0.186,0.052-0.055,0.082-0.075,-0.010 0.006,0.100-0.156,0.089 0.000</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1975.000 244.000,'2.000'0.000</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2004.000 225.000,'0.020'0.000,"0.031"0.000,0.035 0.000,0.035 0.000,0.032 0.000,0.028 0.000,0.023 0.000,0.018 0.000,0.014 0.000,0.010 0.000,0.007 0.000,0.004 0.000,0.045 0.028,0.054 0.043,0.059 0.048,0.104 0.114,0.098 0.135,-0.500-0.296,0.560 0.478,0.051 0.101,0.016 0.035,-0.007-0.010,0.028 0.036,0.112 0.117,0.113 0.060,0.047 0.017,-0.123-0.134,-0.033-0.060,-0.049-0.076,0.068 0.067,-0.101-0.081,-0.103-0.095,-0.097 0.000</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2021.000 237.000,'2.000'0.000</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1991.000 249.000,'0.008'0.006,"0.013"0.008,0.014 0.009,0.014 0.009,0.012 0.008,0.010 0.007,0.008 0.005,0.006 0.004,0.005 0.003,0.003 0.002,0.002 0.001,0.001 0.001,0.000 0.000,0.000 0.000,0.000 0.000,0.000 0.000,0.000 0.000,0.000 0.000,0.000 0.000,0.000 0.000,0.000 0.000,0.000 0.000,0.000 0.000,0.000 0.000,0.000 0.000,0.000 0.000,0.000 0.000,0.000 0.000,0.000 0.000,0.000 0.000,0.000 0.000,0.000 0.000,0.017-0.044,0.072-0.043,0.046-0.020,0.079-0.015,0.175-0.027,0.131-0.035,0.328-0.046,0.174-0.013,-0.013 0.022,0.127 0.005,-0.046 0.002,0.084-0.011,-0.839 0.108,0.011 0.000,0.971-0.111,0.047 0.004,0.295-0.017,-0.007 0.014,-0.286 0.036,-0.054 0.013,0.327-0.039,-0.183-0.016,-0.331 0.019,-0.129 0.004,0.287-0.063,-0.298 0.030,-0.263 0.034,-0.219 0.034,-0.172 0.031,-0.130 0.026,-0.092 0.021,-0.061 0.017,-0.016 0.010,0.001 0.007,0.012 0.005,0.018 0.003,0.020 0.002,0.021 0.001,0.017 0.024,-0.018 0.036,-0.027 0.040,-0.031 0.040,-0.031 0.036,-0.028 0.031,-0.024 0.025,-0.025-0.037,-0.010 0.029,-0.008 0.033,-0.006 0.035,-0.005-0.011,-0.003 0.027,-0.002 0.027,-0.002 0.026,0.000-0.035,0.000 0.018,-0.003 0.202,0.000 0.000,0.000-0.018,0.001-0.029,0.001-0.072,0.001-0.008,0.001-0.094,0.000 0.027,0.000 0.258,0.000 0.093,0.001-0.045,0.000 0.026,0.000 0.543,0.000 0.104,0.000-0.399,0.000-0.014,0.000 0.216,0.000 0.053,0.000-0.145,0.000-0.017,0.000 0.004,0.000-0.016,0.000-0.115,0.000 0.013,0.000 0.305,0.000-0.035,0.000-0.329,0.000-0.035,0.000 0.161,0.000 0.000,0.000 0.165,0.000-0.013,0.000-0.172,0.000-0.039,0.000 0.097,0.000-0.026,0.000-0.272,0.000-0.024,0.000 0.119,0.000-0.009,0.000 0.139,0.000-0.004,0.000 0.088,0.000-0.052,0.000-0.256,0.000-0.037,-0.036-0.034,-0.026-0.031,-0.077 0.264,-0.013-0.111,0.006-0.114,0.016-0.105,0.047-0.187,0.012-0.019,0.024-0.091,0.006 0.004,-0.026 0.103,-0.029 0.000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2021.000 294.000,'0.000'-0.110,"0.000"-0.173,-0.024-0.072,-0.039-0.098,-0.096-0.190,-0.084 0.000</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2007.000 247.000,'-0.015'0.023,"-0.024"0.036,-0.027 0.041,-0.028 0.041,-0.026 0.038,-0.022 0.033,-0.019 0.028,-0.015 0.022,-0.011 0.017,-0.008 0.012,0.048-0.080,-0.023 0.019,-0.062 0.135,-0.040 0.055,-0.041 0.132,0.005 0.054,0.020 0.022,-0.009 0.111,0.006 0.016,0.001-0.017,0.055-0.078,0.021 0.012,-0.087 0.166,-0.036 0.003,-0.024-0.030,0.094-0.226,0.012-0.020,-0.012 0.058,0.030-0.022,0.050-0.136,-0.002 0.013,-0.175 0.293,-0.063-0.010,0.033-0.055,0.009 0.011,-0.017 0.087,0.045-0.020,0.056-0.157,-0.025 0.008,-0.078 0.093,-0.028-0.009,0.036-0.067,-0.017 0.012,-0.079 0.122,-0.015-0.018,0.134-0.206,0.016-0.013,-0.251 0.316,0.036-0.077,0.065-0.089,0.079 0.000</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1990.000 277.000,'2.000'0.000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2056.000 238.000,'0.025'-0.016,"0.037"-0.025,0.042-0.028,0.040-0.027,0.036-0.024,0.030-0.020,0.024-0.016,0.018-0.012,0.012-0.008,0.009-0.006,0.005-0.003,-0.038 0.029,0.017-0.004,0.020-0.005,0.021-0.006,0.021-0.006,0.232-0.024,0.142 0.024,0.159-0.007,0.172-0.016,0.329-0.057,0.186-0.040,0.300-0.041,0.130-0.038,-0.181 0.077,0.083 0.016,-0.014 0.024,0.868-0.041,-0.049 0.061,-2.188 0.195,1.482-0.147,-0.029 0.000,0.161-0.043,-0.181-0.029,0.296-0.108,-0.232 0.000</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2097.000 229.000,'2.000'0.000</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2075.000 221.000,'-0.025'0.074,"-0.038"0.115,-0.044 0.134,0.022-0.048,-0.005 0.044,-0.026 0.157,0.007 0.046,0.013-0.116,-0.023-0.015,-0.034 0.141,-0.005 0.059,0.004 0.085,0.010 0.052,0.011-0.071,-0.019 0.010,-0.009 0.037,0.000 0.020,-0.169 0.399,-0.076 0.011,0.076-0.341,-0.058 0.006,-0.141 0.201,-0.036 0.038,0.420-0.776,-0.322 0.528,-0.027-0.016,-0.129 0.138,-0.013-0.008,-0.077 0.016,-0.050-0.003,0.544-0.654,-0.602 0.681,-0.030-0.014,-0.319 0.312,-0.011-0.042,0.087-0.094,0.020-0.001,0.094-0.142,-0.013-0.038,-0.202 0.169,0.013-0.001,0.292-0.276,0.008-0.024,-0.680 0.526,0.128-0.198,0.212-0.217,0.230-0.200,0.227-0.176,0.205-0.146,0.173-0.115,0.139-0.087,0.106-0.061,0.077-0.041,0.052-0.025,0.033-0.013,0.018-0.004,0.008 0.001,0.001 0.000</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2045.000 260.000,'2.000'0.000</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2065.000 259.000,'0.000'0.018,"0.000"0.028,0.000 0.031,0.000 0.031,0.000 0.028,0.000 0.024,0.000 0.019,0.000 0.015,0.000 0.011,0.000 0.008,0.000 0.005,0.000 0.003,0.000 0.001,0.000 0.000,0.000-0.019,0.000 0.064,0.000 0.010,0.000 0.040,0.000 0.073,0.000 0.059,0.000 0.124,0.000 0.039,0.000-0.455,0.000 0.434,0.000 0.031,0.000 0.365,0.000 0.016,0.000-0.039,0.000-0.238,0.000-0.051,0.000-0.052,0.000 0.072,0.000-0.108,0.000-0.105,0.000-0.095,0.000-0.081,0.000-0.066,0.000-0.052,0.000-0.038,0.000 0.000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2063.000 274.000,'2.000'0.000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2071.000 255.000,'0.024'0.000,"0.036"0.000,0.041 0.000,0.040 0.000,0.036 0.000,0.030 0.000,0.024 0.000,0.018 0.000,0.013 0.000,0.009 0.000,0.006 0.000,-0.035-0.036,0.075-0.026,0.253-0.046,0.106-0.013,-0.023 0.026,0.108 0.003,0.107 0.005,0.067 0.007,-0.660 0.057,0.794-0.046,0.078 0.009,0.257 0.003,0.024 0.011,-1.071 0.035,0.895-0.020,-0.025 0.007,0.336 0.003,-0.073 0.008,-0.361 0.007,-0.045 0.003,0.018 0.002,-0.009 0.002,0.167 0.002,-0.028 0.001,0.016-0.046,0.000-0.031,-0.937 0.054,0.648-0.049,0.008-0.005,0.405-0.029,0.018 0.002,-0.124 0.017,0.010 0.007,0.390-0.009,-0.052 0.014,-1.258 0.057,0.852-0.030,-0.052 0.008,-0.026 0.007,-0.042 0.006,0.438 0.005,-0.239 0.018,-0.259 0.016,-0.247 0.014,-0.219 0.011,-0.182 0.008,-0.144 0.006,-0.108 0.004,-0.077 0.002,-0.051 0.001,-0.031 0.000,-0.016 0.000,-0.005 0.000,0.001-0.001,0.005-0.001,0.007-0.001,0.008-0.001,-0.005 0.019,-0.012 0.030,-0.016 0.033,-0.016 0.033,-0.016 0.030,-0.013 0.025,-0.011 0.020,0.023-0.019,0.008 0.032,-0.021 0.072,-0.015 0.011,-0.019-0.001,-0.021-0.008,-0.096 0.025,-0.119 0.018,0.311-0.308,-0.206 0.218,-0.030 0.038,-0.106 0.131,-0.025 0.054,0.003 0.030,-0.110 0.276,0.002 0.104,-0.069 0.146,-0.036 0.088,-0.079 0.259,0.011-0.039,0.118-0.169,0.027 0.042,-0.137 0.343,0.057-0.058,0.180-0.364,0.070-0.097,0.017 0.089,0.098-0.149,0.109-0.275,0.049-0.076,0.024-0.090,0.001-0.058,-0.012-0.050,-0.007-0.017,0.006-0.020,-0.004-0.034,-0.017-0.016,-0.023-0.013,-0.052 0.017,-0.020-0.053,-0.014-0.058,-0.009-0.057,-0.014-0.042,0.027-0.053,0.034-0.043,0.035-0.032,0.033-0.023,0.028-0.016,0.023-0.010,0.018-0.005,0.013-0.002,0.009 0.000,0.006 0.001,0.003 0.002,0.001 0.002,0.000 0.002,0.000 0.002,-0.001 0.002,-0.001 0.001,-0.001 0.001,-0.001 0.001,-0.001 0.000,-0.001 0.000,0.000 0.000</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2104.000 281.000,'-0.027'-0.040,"-0.044"-0.065,-0.053-0.080,-0.057-0.085,-0.054-0.166,-0.009-0.086,0.010-0.045,0.181 0.000</inkml:trace>
</inkml:ink>
</file>

<file path=ppt/ink/ink2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2085.000 241.000,'0.000'0.016,"0.000"0.025,0.000 0.028,0.000 0.028,0.000 0.026,0.000 0.022,0.000 0.018,0.000 0.014,0.000 0.011,0.000 0.008,0.000 0.005,0.000 0.003,0.000 0.002,0.000 0.001,0.000 0.000,0.000-0.066,0.000 0.039,0.000 0.119,0.000 0.074,0.000 0.132,0.000 0.056,0.000-0.119,0.000 0.018,0.000 0.169,0.000 0.065,0.000 0.077,0.000 0.048,0.000 0.334,0.000 0.029,0.000-0.275,0.000-0.024,0.000-0.123,0.000-0.004,0.000 0.462,0.000-0.091,0.000-0.117,0.000-0.322,0.000-0.021,0.036-0.022,0.026-0.021,-0.043-0.446,0.063 0.454,0.008 0.002,-0.011-0.093,0.000-0.003,0.022 0.315,-0.008 0.080,-0.010 0.036,-0.011 0.004,0.002-0.201,0.014 0.026,-0.058-0.529,0.068 0.567,0.003 0.014,0.080 0.334,0.025 0.004,0.035 0.111,-0.008-0.073,0.010-0.063,0.022-0.112,-0.060-0.263,-0.008-0.033,0.011 0.064,-0.022-0.046,-0.061-0.219,-0.014-0.022,0.000 0.065,-0.019-0.022,0.001 0.147,-0.026-0.054,-0.022-0.058,-0.019-0.092,-0.012-0.044,-0.009-0.038,-0.008-0.001,-0.005-0.047,-0.003-0.044,-0.001-0.039,0.000-0.032,0.000-0.016,0.001-0.006,0.001 0.002,0.001 0.006,0.001 0.009,0.001 0.010,0.001-0.030,0.001 0.003,0.000 0.002,0.000 0.000</inkml:trace>
</inkml:ink>
</file>

<file path=ppt/ink/ink2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2159.000 232.000,'0.012'0.004,"0.019"0.006,0.021 0.007,0.021 0.007,0.019 0.006,0.016 0.005,0.013 0.004,0.010 0.003,0.007 0.002,0.005 0.002,0.003 0.001,0.002 0.001,0.001 0.000,0.000 0.000,0.000 0.000,0.000 0.000,-0.001 0.000,0.000 0.000,-0.001 0.000,0.000 0.000,0.000 0.000,0.028 0.019,0.084 0.044,-0.066-0.013,0.009 0.029,0.072 0.066,0.020 0.044,0.022 0.025,0.023 0.009,0.182 0.138,-0.035-0.026,-0.061-0.040,-0.072-0.045,-0.073-0.045,-0.068-0.041,-0.059-0.035,-0.049-0.029,-0.038-0.023,-0.029-0.017,-0.021-0.012,0.001 0.006,0.014 0.030,0.021 0.038,0.024 0.040,0.024 0.039,0.002 0.022,0.000 0.039,0.028 0.077,0.009-0.027,0.010-0.048,0.009-0.057,0.008-0.057,0.007-0.052,0.005-0.044,0.004-0.036,0.003-0.028,0.002-0.020,0.001 0.000</inkml:trace>
</inkml:ink>
</file>

<file path=ppt/ink/ink2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2159.000 266.000,'0.007'0.010,"0.010"0.015,0.011 0.017,0.011 0.017,0.010 0.015,0.009 0.013,0.007 0.010,0.005 0.008,0.004 0.006,0.003 0.004,0.002 0.002,0.001 0.001,0.000 0.001,0.000 0.000,0.000 0.000,0.000 0.000,0.000-0.001,0.000-0.001,0.000 0.000,0.000 0.000,0.000 0.000,0.000 0.000,0.000 0.000,0.000 0.000,0.000 0.000,0.000 0.000,-0.012-0.009,0.027 0.056,0.114 0.136,0.047 0.073,-0.193-0.287,0.163 0.190,0.041 0.023,0.133 0.141,0.013 0.033,-0.041-0.040,0.012 0.017,0.014-0.004,0.014-0.019,0.014 0.007,0.013-0.011,0.160 0.129,-0.049-0.053,-0.070-0.061,-0.079-0.061,-0.079-0.057,-0.074-0.051,-0.065-0.043,-0.055 0.000</inkml:trace>
</inkml:ink>
</file>

<file path=ppt/ink/ink2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2168.000 278.000,'2.000'0.000</inkml:trace>
</inkml:ink>
</file>

<file path=ppt/ink/ink2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1905.000 349.000,'0.000'0.018,"0.000"0.028,0.000 0.031,0.000 0.031,0.000 0.028,0.000 0.024,0.000 0.019,0.000 0.015,0.000 0.011,0.000 0.008,0.000 0.005,0.000 0.003,0.000 0.001,0.000 0.000,0.000-0.048,0.000 0.051,-0.026 0.056,-0.020 0.075,0.030-0.228,-0.061 0.462,-0.010 0.106,-0.121 0.592,-0.038 0.204,0.017-0.311,-0.052 0.114,-0.102 0.353,-0.049 0.065,0.043-0.132,0.006 0.041,0.018 0.026,0.027-0.022,-0.004 0.015,0.010-0.030,-0.017-0.044,0.000-0.054,0.013-0.040,0.022-0.065,-0.056 0.142,0.010-0.092,0.064-0.230,0.025-0.062,-0.091 0.275,0.013-0.095,0.078-0.332,-0.008-0.043,-0.134 0.285,-0.011-0.010,0.038-0.037,-0.012 0.039,0.040-0.107,-0.012 0.031,-0.032 0.089,-0.009 0.057,-0.028 0.122,-0.005 0.057,0.012 0.007,0.025-0.031,0.296-1.048,-0.386 1.758,0.083-0.081,0.166-0.677,0.040-0.069,0.037-0.082,0.034-0.089,0.031-0.091,0.027 0.000</inkml:trace>
</inkml:ink>
</file>

<file path=ppt/ink/ink2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1889.000 420.000,'2.000'0.000</inkml:trace>
</inkml:ink>
</file>

<file path=ppt/ink/ink3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1907.000 350.000,'0.015'-0.005,"0.023"-0.008,0.026-0.009,0.026-0.009,0.023-0.008,0.020-0.007,0.016-0.005,0.012-0.004,0.009-0.003,0.006-0.002,0.004-0.001,0.002-0.001,0.001 0.000,0.000 0.000,0.000 0.000,-0.001 0.000,-0.001 0.000,-0.034 0.005,0.053-0.028,0.094-0.035,0.057-0.011,-0.007 0.015,0.033 0.003,0.065 0.006,0.051 0.008,0.204-0.011,0.031 0.017,-0.239 0.038,0.003 0.007,-0.325 0.031,0.445-0.026,0.020 0.008,0.104 0.005,-0.001 0.008,0.159 0.006,-0.011 0.007,-0.042 0.005,-0.156 0.003,-0.035 0.002,-0.180 0.000,-0.013 0.000,0.287 0.003,-0.091 0.000,-0.102-0.001,-0.100-0.001,-0.091-0.001,-0.077-0.001,-0.063-0.001,-0.048-0.001,-0.036-0.001,-0.025 0.000,-0.017 0.018,-0.014 0.028,-0.009 0.032,-0.005 0.031,-0.002 0.028,-0.001 0.024,0.000 0.019,0.001 0.015,0.001 0.011,0.001 0.007,0.001 0.005,0.001 0.003,0.001 0.001,0.001 0.000,-0.027-0.050,-0.003 0.051,-0.009 0.004,-0.003 0.035,0.000 0.089,-0.004 0.040,-0.002 0.100,-0.005 0.032,-0.010-0.391,0.048 0.338,0.021 0.010,0.048 0.164,0.007-0.017,-0.004-0.030,-0.008-0.031,-0.015-0.056,-0.017-0.058,-0.017-0.055,-0.016-0.049,-0.015-0.041,-0.011-0.012,-0.009-0.001,-0.007 0.006,-0.006 0.010,-0.004-0.063,-0.002 0.017,-0.001 0.058,-0.001 0.049,-0.002 0.187,0.000 0.028,0.000 0.002,0.000-0.040,0.000-0.030,0.000-0.036,0.000-0.038,0.000 0.003,0.001-0.044,0.000-0.039,0.000-0.033,0.000-0.040,0.000-0.002,0.000 0.006,0.000 0.010,0.000 0.013,0.000-0.064,0.000 0.018,-0.017 0.172,-0.026-0.005,-0.030-0.023,-0.029-0.033,-0.026-0.035,-0.006-0.025,0.009-0.019,0.016-0.013,0.019-0.008,0.020-0.004,0.018-0.002,0.016 0.000,-0.007-0.013,-0.027 0.043,-0.034 0.052,-0.051 0.039,-0.041-0.020,-0.036-0.041,-0.053-0.005,-0.015-0.030,-0.005-0.022,0.002-0.016,0.072-0.065,0.001-0.001,0.000 0.002,-0.001 0.004,0.048-0.022,0.012 0.021,-0.051 0.103,-0.003 0.027,-0.009 0.018,-0.038 0.043,0.011-0.042,0.017-0.056,0.019-0.059,0.019-0.056,0.017-0.049,0.014-0.041,-0.015-0.010,-0.053 0.017,-0.066 0.029,0.065-0.032,-0.030 0.000,-0.030 0.033,-0.030 0.020,0.027-0.013,-0.021 0.002,-0.309 0.098,-0.008-0.023,0.021 0.000</inkml:trace>
</inkml:ink>
</file>

<file path=ppt/ink/ink3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1912.000 382.000,'-0.022'0.000,"-0.033"0.000,-0.037 0.000,-0.036 0.000,-0.033 0.000,-0.028 0.000,-0.022 0.000,-0.017 0.000,-0.012 0.000,-0.008 0.000,-0.005 0.000,-0.003 0.000,0.027 0.018,-0.041 0.030,-0.050 0.036,-0.097 0.048,0.012 0.008,0.036-0.007,0.048-0.015,0.052-0.019,0.050-0.020,0.045-0.019,0.038-0.017,0.030-0.014,0.023-0.011,0.017-0.009,0.012-0.006,0.007-0.004,0.004-0.003,0.002-0.001,0.000-0.001,-0.001 0.000,-0.001 0.000,-0.002 0.000</inkml:trace>
</inkml:ink>
</file>

<file path=ppt/ink/ink3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1963.000 353.000,'-0.033'0.000,"-0.052"0.000,-0.059 0.000,-0.060 0.000,-0.055 0.000,-0.048 0.000,-0.040 0.000,0.094 0.018,-0.022 0.031,-0.071 0.058,-0.030 0.055,0.044 0.058,0.010 0.069,0.228-0.203,-0.246 0.268,0.003 0.045,0.238-0.283,-0.339 0.364,-0.035-0.010,-0.063 0.052,0.029-0.006,0.124-0.136,0.005-0.029,-0.126 0.087,0.059-0.064,0.071-0.060,0.073-0.053,0.068-0.045,0.061-0.037,0.052-0.028,0.042-0.021,0.032-0.015,-0.023 0.013,-0.067 0.067,-0.098 0.133,-0.024 0.055,0.003 0.031,0.042-0.020,0.024 0.021,0.019-0.054,-0.017-0.023,0.002-0.067,-0.027-0.028,-0.063 0.034,0.002 0.000,0.016 0.012,0.024 0.020,0.019 0.045,0.035 0.027,0.061-0.115,-0.009 0.015,-0.100 0.239,-0.042 0.066,0.052-0.106,0.002 0.019,0.153-0.352,-0.243 0.678,-0.004 0.052,-0.005 0.018,0.103-0.240,0.015 0.015,-0.004 0.102,0.026-0.008,-0.017 0.043,-0.016-0.083,0.024-0.088,0.009-0.012,0.015-0.014,0.018-0.015,0.007 0.055,0.024-0.022,0.023-0.022,0.021-0.021,0.048-0.455,-0.064 0.303,-0.014-0.008,-0.007 0.033,-0.002 0.026,0.002 0.020,0.005 0.015,-0.004 0.088,0.012 0.005,0.021-0.077,0.010-0.002,-0.002 0.143,0.014-0.045,0.013-0.057,0.010-0.061,0.008-0.060,0.011-0.353,-0.004 0.307,0.004 0.015,0.003 0.130,0.002 0.050,0.001-0.006,0.001-0.003,0.000-0.016,0.000 0.065,0.000 0.021,-0.001-0.031,0.000 0.017,0.000-0.003,0.089 0.314,0.045 0.003,-0.022-0.255,0.000-0.050,-0.006-0.056,-0.010-0.057,0.082 0.074,0.070 0.051,0.178 0.142,0.102-0.016,-0.002-0.105,0.033-0.029,-0.011 0.031,-0.041 0.010,0.022 0.108,-0.024-0.040,-0.408-0.614,0.468 0.710,-0.038-0.019,0.153-0.087,0.076-0.120,-0.218-0.226,-0.034-0.041,-0.048-0.031,0.156 0.100,-0.064-0.011,0.020-0.078,0.047 0.009,-0.041-0.052,0.024-0.023,0.020-0.030,0.089 0.020,-0.005 0.005,0.059 0.015,-0.032-0.032,0.073 0.023,-0.072 0.017,-0.048-0.033,-0.043-0.030,-0.064-0.038,-0.073-0.039,-0.072-0.037,-0.066-0.033,-0.071-0.032,-0.014-0.018,-0.002-0.015,0.006-0.011,0.011-0.009,-0.031-0.005,0.009-0.003,0.009-0.002,0.060-0.003,-0.011-0.001,-0.019 0.000,-0.022 0.001,-0.023 0.001,-0.022 0.001,0.015 0.001,0.000 0.001,0.006 0.001,0.009 0.001,0.010 0.001,0.010 0.001,-0.030 0.000,0.025 0.000,0.032 0.000,0.015 0.000,0.009 0.000</inkml:trace>
</inkml:ink>
</file>

<file path=ppt/ink/ink3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1974.000 416.000,'2.000'0.000</inkml:trace>
</inkml:ink>
</file>

<file path=ppt/ink/ink3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1986.000 356.000,'0.000'0.004,"0.000"0.006,0.000 0.007,0.000 0.007,0.000 0.006,0.000 0.005,0.000 0.004,0.000 0.003,0.000 0.002,0.000 0.001,0.000 0.001,0.000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0.018,0.000 0.060,0.000 0.058,0.000 0.055,0.000 0.087,0.000 0.071,0.013-0.028,0.023 0.013,0.089 0.322,0.024-0.054,0.001-0.085,-0.013-0.096,-0.020-0.094,-0.022-0.084,-0.022-0.071,-0.020-0.057,-0.017-0.043,-0.013-0.031,-0.010-0.021,-0.007-0.013,-0.005-0.007,-0.003-0.003,-0.002 0.000,-0.001 0.002,0.001 0.025,0.000 0.057,0.000 0.069,0.019 0.004,0.031 0.042,0.044 0.111,0.018 0.036,0.006 0.021,-0.024-0.066,-0.004 0.015,0.082 0.138,0.024 0.002,0.004-0.010,-0.013-0.062,0.007-0.022,0.008-0.024,0.008-0.023,0.017 0.026,0.015-0.009,0.016-0.027,0.051 0.088,-0.011-0.018,-0.020-0.044,-0.024-0.057,-0.025-0.061,-0.024-0.058,-0.021-0.052,-0.018-0.044,-0.021 0.005,-0.027 0.033,-0.026 0.050,-0.024 0.056,0.000 0.015,0.015-0.012,0.023-0.028,0.026-0.035,0.026-0.037,0.024-0.035,0.020-0.031,0.017-0.026,0.120-0.023,0.095-0.013,0.057-0.010,0.005-0.007,0.054-0.004,0.114-0.004,0.021-0.002,-0.200 0.001,0.022 0.000,-0.334 0.003,0.825-0.007,-0.003 0.001,-0.062 0.001,-0.094 0.001,-0.130 0.001,-0.085 0.001,-0.076 0.001,-0.190 0.001,-0.014 0.000,0.043 0.000,0.001 0.000,-0.008 0.000,0.035 0.000,0.065 0.000,0.049 0.000,0.036-0.018,0.025-0.031,0.104-0.035,0.005-0.016,0.080-0.110,-0.021-0.083,-0.168 0.024,-0.021-0.039,0.000-0.036,-0.021-0.033,0.103-0.068,0.011 0.011,-0.100 0.058,-0.034-0.002,-0.026 0.012,-0.019 0.000</inkml:trace>
</inkml:ink>
</file>

<file path=ppt/ink/ink3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2021.000 367.000,'0.022'-0.067,"0.034"-0.101,0.038-0.113,0.037-0.110,-0.030 0.074,-0.001-0.024,-0.005-0.017,-0.018 0.030,-0.007-0.017,-0.008-0.054,-0.008-0.044,-0.008-0.035,-0.008-0.027,0.000-0.193,-0.011 0.007,-0.009 0.027,-0.007-0.014,-0.006 0.034,-0.003 0.209,-0.002 0.010,-0.002-0.114,-0.001 0.007,0.000 0.086,0.000-0.026,0.000-0.020,0.000-0.016,0.000-0.011,0.000-0.008,0.000-0.005,0.000-0.003,0.000-0.037,0.000-0.025,0.000-0.215,0.000 0.020,0.000 0.042,0.000 0.055,0.000 0.059,0.000 0.059,0.000 0.016,0.000 0.125,0.000 0.122,0.000 0.110,0.000 0.093,0.000 0.074,0.000 0.057,0.000 0.041,0.000 0.028,0.000 0.017,0.000 0.010,0.000 0.004,0.000 0.000,0.000-0.002,0.000-0.003,0.000-0.004,0.000-0.004,0.000-0.003,0.000-0.003,0.000-0.002,0.000-0.002,0.000-0.001,0.000-0.001,0.000-0.001,0.000 0.000,0.000 0.000,0.000 0.000,0.000 0.000,0.000 0.000,0.000 0.000,0.000 0.000,0.000 0.000,0.000 0.000,0.000 0.000,0.000 0.000,0.000 0.000,0.000 0.000,0.000 0.000,0.000 0.000,0.000 0.000,0.000 0.000,0.000 0.001,0.000 0.046,0.000 0.057,-0.024 0.055,-0.039 0.051,-0.071 0.379,-0.017 0.143,-0.086 0.146,-0.031 0.046,0.060-0.296,-0.015-0.031,-0.016-0.039,-0.060 0.219,0.022 0.045,0.013-0.152,-0.006-0.038,0.010-0.052,0.021-0.059,0.060-0.141,0.020-0.023,-0.026 0.085,0.015-0.072,0.008-0.077,0.003-0.076,-0.001-0.070,0.012 0.025,0.015 0.094,0.007 0.129,0.023 0.057,0.022 0.033,0.020 0.015,0.020-0.057,0.012-0.001,0.008 0.093,0.010-0.050,0.007-0.060,0.004-0.060,-0.023-0.143,-0.039-0.004,-0.069 0.218,-0.017 0.058,0.015-0.031,0.011 0.010,0.007 0.058,0.021-0.010,0.024-0.078,0.017-0.055,0.014-0.059,0.012-0.058,0.009-0.052,0.007-0.044,0.005-0.006,0.003 0.013,0.002 0.026,0.001 0.032,0.000 0.014,0.000 0.030,-0.001-0.100,0.000 0.018,0.000 0.158,0.000 0.010,0.000-0.003,-0.019-0.139,-0.031 0.007,-0.035 0.062,-0.016 0.015,0.007-0.039,0.000 0.013,-0.009 0.073,0.007 0.015,0.010 0.012,0.011 0.010,0.012-0.132,-0.017-0.017,-0.084 0.192,-0.008-0.039,0.007-0.037,0.026-0.059,0.019-0.023,0.020-0.018,0.036-0.091,0.011 0.007,-0.005 0.161,0.019 0.002,0.015-0.007,0.013-0.147,0.004 0.008,-0.015 0.014,-0.028 0.017,-0.099 0.172,-0.060-0.039,-0.048-0.062,0.005-0.082,-0.023-0.021,-0.019-0.011,-0.044 0.126,0.035 0.033,0.048 0.003,0.052-0.015,0.054-0.052,0.040-0.040,0.034-0.042,0.027-0.040,0.021-0.035,0.015-0.029,0.010-0.023,0.007-0.018,-0.040 0.008,-0.067 0.049,-0.081 0.062,-0.062 0.013,-0.062-0.001,0.036-0.072,-0.032-0.015,-0.084 0.050,-0.034 0.005,-0.028 0.039,-0.022 0.014,0.006 0.020,0.026 0.023,-0.080 0.112,0.078-0.038,0.079-0.058,0.074-0.066,0.064-0.065,0.053-0.059,0.042-0.050,0.031-0.041,0.022-0.032,0.015-0.023,0.009-0.016,0.005-0.011,0.001-0.006,0.000-0.003,-0.002-0.001,-0.002 0.001,-0.014 0.009,-0.016 0.013,-0.018 0.015,-0.017 0.014,-0.015 0.013,-0.012 0.011,-0.010 0.008,-0.007 0.006,-0.005 0.005,-0.003 0.003,-0.002 0.002,-0.001 0.001,0.006-0.016,-0.027-0.008,-0.031-0.010,-0.033-0.010,-0.031-0.009,-0.042-0.007,0.012-0.009,0.024-0.007,0.030-0.005,0.031-0.004,0.029-0.002,0.026-0.001,0.021-0.001,0.017 0.000,0.021-0.017,-0.052-0.031,-0.192-0.050,-0.105-0.018,0.110 0.037,-0.053 0.000,-0.262-0.022,-0.081 0.008,0.059 0.020,-0.019 0.000</inkml:trace>
</inkml:ink>
</file>

<file path=ppt/ink/ink3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2045.000 349.000,'0.000'0.012,"0.000"0.017,0.000 0.020,0.000 0.019,0.000 0.017,0.000 0.014,0.000 0.011,0.000 0.009,0.000 0.006,0.000 0.004,0.000 0.002,0.000 0.001,0.000 0.000,0.000 0.000,0.000 0.000,0.000-0.001,0.000-0.001,0.000-0.001,0.000 0.000,0.000 0.000,0.000 0.000,0.000 0.000,0.000 0.000,0.000 0.000,0.000 0.000,0.000 0.000,0.000 0.000,0.000 0.000,0.000 0.000,0.000 0.000,0.000 0.000,0.000 0.077,0.000 0.118,0.000-0.261,-0.060 0.448,-0.037 0.153,-0.019 0.213,-0.006 0.121,-0.016 0.380,0.014 0.041,0.019-0.069,0.020-0.132,0.031-0.332,0.010-0.056,0.010-0.063,0.006 0.023,0.009-0.066,0.006 0.163,0.007-0.033,-0.069-0.120,-0.039-0.044,-0.031 0.062,0.001 0.018,0.024-0.007,0.016 0.095,0.032-0.157,0.011-0.007,0.011-0.022,0.010 0.071,0.009 0.039,0.023-0.582,-0.013 0.634,0.006 0.006,0.005-0.019,0.004 0.160,0.004-0.064,0.003 0.002,0.002-0.029,-0.004-0.710,0.003 0.540,0.000-0.004,-0.021 0.091,-0.035-0.049,-0.041-0.059,-0.031-0.010,-0.007-0.052,0.005-0.043,0.013-0.034,0.009 0.024,0.021-0.026,0.024-0.068,0.015-0.010,0.013 0.051,0.010 0.012,0.008-0.014,0.006-0.029,0.004-0.018,0.003-0.010,0.002-0.004,0.001 0.000,0.000-0.016,0.000-0.025,0.000-0.029,0.000-0.029,0.000-0.031,-0.001-0.042,0.000-0.040,0.000-0.036,0.000-0.031,0.000-0.025,0.000-0.020,0.000-0.015,0.000 0.000</inkml:trace>
</inkml:ink>
</file>

<file path=ppt/ink/ink3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2065.000 357.000,'0.008'0.012,"0.012"0.019,0.014 0.021,0.014 0.021,0.012 0.019,0.010 0.016,0.009 0.013,0.006 0.010,0.005 0.007,0.003 0.005,0.002 0.003,0.001 0.002,0.000 0.001,0.000 0.000,0.000 0.000,0.000-0.001,0.000-0.001,0.000-0.001,0.000-0.001,0.000 0.000,0.000 0.000,0.037 0.078,0.054 0.115,-0.019-0.047,0.039 0.042,0.006 0.005,0.034 0.023,0.080 0.127,0.040 0.055,0.011 0.084,-0.010 0.054,-0.029-0.026,0.001 0.039,0.024 0.022,0.005 0.009,0.009-0.002,0.011-0.009,-0.060-0.086,-0.012 0.009,0.029 0.111,-0.031-0.005,0.107 0.221,0.002-0.051,-0.009-0.089,-0.016-0.109,-0.092-0.156,0.005-0.019,0.010 0.057,0.014 0.039,0.046 0.122,-0.020 0.011,-0.033-0.100,-0.003-0.009,0.071 0.227,-0.039 0.004,-0.109-0.210,-0.031-0.016,-0.013 0.000,0.001-0.024,0.102 0.287,-0.038-0.108,-0.047-0.116,-0.048-0.110,-0.064-0.228,0.014-0.022,0.006-0.011,0.000 0.000</inkml:trace>
</inkml:ink>
</file>

<file path=ppt/ink/ink3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2083.000 349.000,'-0.006'0.019,"-0.010"0.029,-0.011 0.033,-0.011 0.033,-0.010 0.030,-0.008 0.026,-0.007 0.021,-0.005 0.016,-0.004 0.012,-0.003 0.008,-0.002 0.005,-0.001 0.003,-0.001 0.001,0.003-0.021,-0.013 0.019,-0.015 0.023,-0.016 0.024,-0.016 0.023,-0.029 0.050,-0.042 0.017,0.011 0.021,0.000 0.049,0.010 0.038,0.016 0.028,-0.027 0.058,-0.022-0.037,0.048-0.098,0.006 0.017,0.018-0.066,-0.014-0.012,-0.054 0.072,-0.031-0.009,0.175-0.308,-0.229 0.409,0.005 0.023,0.032-0.041,-0.012 0.003,0.001 0.001,0.011 0.000,-0.062 0.121,-0.002 0.026,0.052-0.075,0.018 0.003,0.005 0.017,-0.005-0.010,-0.053 0.095,-0.021-0.026,0.001-0.027,0.016-0.026,-0.006 0.107,0.042 0.006,0.020-0.042,0.004 0.019,0.043-0.086,0.016-0.002,-0.154 0.340,0.006-0.050,-0.010-0.067,-0.019-0.071,0.113-0.246,0.021-0.027,-0.041 0.129,0.054-0.069,0.053-0.069,0.047-0.063,0.055-0.134,0.018-0.002,0.000 0.050,-0.001-0.019,-0.008-0.023,-0.013-0.024,-0.015-0.023,-0.015-0.021,0.016-0.013,0.003 0.056,-0.008 0.106,0.012 0.027,0.013 0.008,0.013-0.006,0.010 0.012,0.012-0.035,0.010-0.039,0.008-0.039,0.006-0.035,0.004 0.000</inkml:trace>
</inkml:ink>
</file>

<file path=ppt/ink/ink3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2068.000 387.000,'2.000'0.000</inkml:trace>
</inkml:ink>
</file>

<file path=ppt/ink/ink4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2095.000 342.000,'0.004'0.007,"0.007"0.010,0.008 0.011,0.008 0.011,0.006 0.010,0.006 0.008,0.004 0.007,0.003 0.005,0.002 0.004,0.001 0.002,0.001 0.001,0.000 0.001,0.000 0.000,0.000 0.000,0.000 0.000,0.000 0.000,0.000 0.000,0.000 0.000,0.000 0.000,0.000 0.000,0.000 0.000,0.000 0.000,0.000 0.000,0.000 0.000,0.000 0.000,0.000 0.000,0.000 0.000,0.000 0.000,0.000 0.000,0.000 0.000,0.000 0.000,0.000 0.000,0.000 0.000,0.000 0.000,0.000 0.000,0.000 0.000,0.000 0.000,0.000 0.000,0.000 0.000,0.000 0.000,-0.002 0.006,0.029 0.058,0.054 0.057,0.036 0.053,0.098 0.147,0.041 0.084,0.062 0.108,0.027 0.073,0.024 0.021,0.021-0.017,-0.041-0.080,0.014-0.019,0.053 0.106,-0.026 0.010,-0.132-0.171,-0.025-0.001,0.045 0.168,-0.050-0.009,0.033 0.155,-0.034-0.111,-0.016-0.128,-0.060-0.146,-0.002-0.043,0.001-0.051,0.004-0.053,-0.023-0.051,0.021 0.028,0.040 0.076,-0.004 0.034,0.004 0.058,-0.024 0.012,-0.029 0.002,-0.055-0.084,-0.020 0.007,0.016 0.204,-0.037-0.015,-0.031-0.029,-0.004-0.093,0.020-0.024,0.030-0.022,0.032 0.033,-0.001-0.023,-0.012-0.020,-0.035-0.083,-0.013-0.006,-0.013-0.002,-0.003 0.073,-0.017-0.014,-0.014-0.018,-0.011-0.018,0.016-0.012,0.033 0.037,0.041 0.048,0.033 0.064,0.001-0.003,-0.012-0.020,-0.019-0.028,-0.091-0.325,0.052 0.344,-0.013 0.055,-0.012 0.030,-0.016-0.084,-0.007 0.013,-0.002 0.155,-0.008-0.010,-0.006-0.022,-0.005 0.026,-0.004-0.054,-0.002-0.056,-0.001-0.053,0.002-0.189,0.000 0.000,-0.031 0.132,-0.048 0.019,-0.012-0.027,-0.011 0.018,0.011-0.032,0.002 0.016,-0.054 0.074,-0.022 0.019,-0.021-0.044,-0.025 0.013,-0.011 0.012,0.000 0.012,-0.010-0.007,-0.017-0.021,-0.004-0.013,0.007-0.006,-0.058 0.120,0.036-0.020,0.042-0.024,0.044-0.039,0.039-0.036,0.035-0.037,0.031-0.034,0.025-0.031,0.007 0.016,0.002-0.020,-0.007-0.013,-0.012-0.007,-0.014-0.003,-0.014-0.001,-0.013 0.001,-0.012 0.003,-0.021 0.028,-0.022 0.033,-0.021 0.033,-0.010 0.026,0.016-0.017,0.024-0.030,0.027-0.035,0.027-0.036,0.025-0.033,0.021-0.029,0.001-0.090,-0.042 0.012,-0.056 0.048,-0.025 0.031,-0.049 0.033,-0.029 0.034,-0.048 0.069,-0.026 0.057,-0.080 0.142,0.014 0.022,0.031-0.002,0.040 0.000</inkml:trace>
</inkml:ink>
</file>

<file path=ppt/ink/ink4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2252.000 340.000,'-0.007'0.011,"-0.011"0.017,-0.013 0.019,-0.013 0.019,-0.011 0.017,-0.010 0.014,-0.008 0.012,-0.006 0.009,-0.004 0.007,-0.003 0.004,-0.002 0.003,-0.001 0.002,0.000 0.001,0.000 0.000,0.000 0.000,0.000-0.001,0.000-0.001,0.000-0.001,0.000-0.001,0.000 0.000,0.000 0.000,0.000 0.000,0.000 0.000,-0.010 0.030,-0.041 0.085,0.019 0.025,-0.004 0.068,-0.021 0.006,-0.040 0.034,-0.067 0.140,-0.018 0.057,0.189-0.407,-0.185 0.387,-0.012 0.036,-0.050 0.170,0.010 0.044,-0.099 0.378,0.055-0.042,0.062-0.086,0.120-0.328,0.029-0.017,0.002 0.170,0.039-0.045,0.044-0.216,0.017-0.027,-0.035 0.054,-0.016-0.029,-0.109 0.261,-0.038 0.040,0.052-0.188,-0.027 0.075,0.156-0.571,-0.310 1.318,0.020 0.062,0.120-0.473,0.027-0.054,0.048-0.150,0.023-0.027,-0.014 0.393,0.040-0.057,0.056-0.532,0.011-0.032,-0.002 0.373,0.021-0.094,0.015-0.335,0.006-0.039,0.005-0.033,0.003-0.026,0.051 0.049,0.033-0.023,0.040-0.048,0.034 0.016,-0.114-0.372,0.164 0.508,0.005 0.029,0.049 0.101,0.029-0.007,0.039-0.057,0.059 0.011,0.023-0.077,0.057-0.012,-0.194-0.276,0.161 0.178,0.019-0.021,0.228 0.217,0.045-0.006,0.021-0.039,0.003-0.061,0.102 0.071,-0.050-0.069,-0.063 0.000</inkml:trace>
</inkml:ink>
</file>

<file path=ppt/ink/ink4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2265.000 354.000,'0.019'0.006,"0.029"0.010,0.033 0.011,0.032 0.011,0.030 0.010,0.026 0.009,0.021 0.007,0.017 0.006,0.012 0.004,0.009 0.003,0.006 0.002,0.003 0.001,0.002 0.001,-0.014-0.002,0.003 0.006,0.004 0.007,0.004 0.007,0.004 0.006,0.003 0.006,0.003 0.005,0.002 0.004,0.063 0.022,0.014 0.026,-0.015 0.029,-0.018-0.056,0.063-0.003,-0.025-0.011,0.011 0.016,0.110 0.053,0.042 0.034,0.032 0.017,0.023 0.004,0.307 0.123,-0.063-0.041,-0.097-0.054,-0.110-0.057,-0.108-0.054,-0.097-0.047,-0.083-0.039,-0.066-0.031,-0.051-0.023,-0.049 0.055,0.017 0.111,-0.015 0.048,-0.002 0.063,-0.006 0.054,-0.009 0.046,0.026 0.130,0.024 0.027,-0.013-0.058,0.000 0.009,0.012 0.061,0.021 0.025,-0.131-0.423,0.140 0.493,-0.002 0.057,0.041 0.264,-0.023 0.010,-0.063-0.182,-0.018 0.037,-0.018 0.051,-0.018 0.023,-0.032 0.182,-0.059 0.007,-0.042 0.023,-0.028-0.014,-0.004-0.171,-0.007-0.039,0.056-0.656,-0.094 1.006,0.007-0.077,0.004-0.024,0.019-0.168,0.019-0.168,0.018-0.153,0.017-0.178,0.010-0.102,0.009-0.085,0.006-0.068,0.005-0.052,0.003-0.038,0.002-0.026,0.001-0.017,0.000 0.019,0.000 0.052,0.000 0.066,0.000 0.105,0.000 0.028,-0.001 0.005,0.000-0.009,0.000-0.042,0.000-0.005,0.000-0.003,0.064-0.044,0.103-0.033,0.121-0.038,0.017-0.075,0.074-0.021,0.059-0.020,0.047-0.018,0.161-0.007,0.014-0.021,-0.009-0.017,-0.062-0.015,0.044-0.007,0.292-0.032,-0.055-0.046,-0.099-0.049,-0.138-0.020,-0.059-0.035,-0.072-0.033,-0.081 0.006,-0.026 0.003,0.031-0.040,-0.007-0.026,-0.111 0.039,-0.025-0.024,0.129-0.121,0.018-0.023,0.006-0.011,-0.056 0.024,0.010-0.006,0.025-0.008,-0.008 0.032,-0.014 0.041,-0.017 0.046,0.057-0.048,-0.071 0.004,-0.075-0.014,-0.071 0.000</inkml:trace>
</inkml:ink>
</file>

<file path=ppt/ink/ink4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2296.000 381.000,'2.000'0.000</inkml:trace>
</inkml:ink>
</file>

<file path=ppt/ink/ink4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2293.000 349.000,'-0.021'0.032,"-0.034"0.051,-0.041 0.061,-0.042 0.063,-0.041 0.061,-0.037 0.055,0.007-0.034,-0.023-0.005,-0.021-0.017,-0.098 0.067,-0.052 0.031,-0.032 0.019,-0.036-0.013,-0.051 0.018,-0.027 0.042,-0.009 0.009,0.004-0.014,-0.153 0.147,0.096-0.014,0.500-0.460,-0.263 0.242,0.023 0.000,-0.027 0.033,0.019-0.029,0.014-0.037,-0.045 0.050,0.055-0.007,-0.014 0.006,-0.057 0.015,-0.006 0.010,-0.019 0.039,0.011 0.022,0.027 0.036,-0.017 0.059,-0.024 0.048,-0.250 0.267,-0.115 0.051,0.637-0.722,-0.722 0.895,0.077-0.007,0.104-0.100,0.110-0.147,0.104-0.162,0.092-0.157,0.075-0.140,0.059-0.117,0.057-0.048,-0.011 0.046,-0.042 0.025,-0.021 0.027,0.001 0.020,0.213-0.242,-0.210 0.316,-0.003 0.040,-0.005 0.022,-0.058 0.066,-0.011 0.062,0.002-0.043,-0.010 0.005,0.010-0.006,-0.086 0.154,0.065-0.081,0.073-0.095,0.070-0.094,0.063-0.086,0.052-0.073,0.042-0.059,0.031-0.045,0.022-0.032,0.015-0.022,-0.068 0.042,-0.049 0.073,-0.068 0.065,-0.044 0.056,-0.061 0.084,-0.035 0.065,-0.051 0.085,-0.024 0.061,-0.040 0.041,-0.014 0.024,-0.245 0.428,0.071 0.000</inkml:trace>
</inkml:ink>
</file>

<file path=ppt/ink/ink4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2309.000 337.000,'0.000'0.018,"0.000"0.028,0.000 0.032,0.000 0.032,0.000 0.030,0.000 0.026,0.000 0.021,0.000 0.017,0.000 0.013,0.000 0.009,0.000 0.006,0.000 0.004,0.000 0.002,0.018-0.048,0.031 0.050,0.021 0.047,0.013 0.043,0.007 0.038,0.002 0.033,0.011 0.095,-0.007 0.027,0.017-0.015,0.018 0.037,0.008 0.026,0.001 0.017,-0.004 0.010,-0.008 0.004,-0.093-0.427,0.079 0.460,-0.012 0.016,-0.013 0.043,-0.013 0.025,-0.012 0.047,-0.012 0.026,-0.006 0.124,-0.012-0.011,-0.010 0.044,-0.008 0.034,-0.007 0.001,-0.005-0.022,-0.003-0.148,-0.002-0.032,-0.005 0.449,-0.002-0.062,0.000-0.125,0.000-0.064,0.001-0.088,0.000-0.036,0.001-0.129,0.001-0.120,0.001-0.104,0.001-0.207,0.000-0.011,0.000 0.039,0.000 0.008,0.000 0.058,0.000 0.019,0.000-0.079,0.000 0.015,0.000 0.196,0.000 0.042,0.000 0.012,0.000-0.008,0.000-0.022,0.000-0.029,0.000-0.092,0.000-0.008,0.000 0.092,0.000-0.025,0.000-0.028,0.000-0.194,0.000 0.001,0.000 0.105,0.000 0.014,0.000 0.145,0.000-0.010,0.000-0.023,0.000-0.031,0.000 0.034,0.000-0.101,0.000 0.013,0.000 0.049,0.000 0.037,0.000 0.263,0.000-0.005,0.000-0.035,0.000-0.240,0.000-0.014,0.000-0.010,0.000-0.007,0.000 0.221,0.000-0.043,0.000-0.053,0.000-0.068,0.000-0.059,0.000-0.054,0.000 0.000</inkml:trace>
</inkml:ink>
</file>

<file path=ppt/ink/ink4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2323.000 340.000,'0.000'0.018,"0.000"0.027,0.000 0.030,0.000 0.029,0.000 0.026,0.000 0.022,0.000 0.018,0.000 0.013,0.000 0.010,0.000 0.007,0.000 0.004,0.000 0.002,0.000 0.001,0.000 0.000,0.000-0.001,0.000 0.027,0.000 0.039,0.000 0.044,0.000 0.043,0.000-0.007,0.000 0.095,0.000 0.296,0.000 0.100,0.000 0.112,0.000 0.038,0.000-0.112,0.000 0.044,0.000 0.288,0.000-0.079,0.000-0.121,0.000-0.137,0.000-0.091,0.000 0.006,0.000 0.156,0.000-0.052,0.000-0.232,0.000 0.001,0.000-0.497,0.000 0.810,0.000-0.007,0.000-0.053,0.000-0.008,0.000 0.093,0.000 0.001,0.037-0.017,0.058 0.048,0.045-0.080,0.058-0.041,0.085 0.124,0.000-0.095,-0.040-0.244,0.008-0.112,0.010-0.112,0.042-0.052,-0.021-0.111,-0.029-0.086,-0.031-0.063,-0.030-0.043,-0.026-0.028,-0.022-0.016,-0.017-0.007,-0.013-0.001,-0.009 0.002,0.081-0.068,0.093-0.035,0.190-0.119,0.079-0.059,0.047-0.022,0.023 0.003,0.024-0.134,-0.080-0.079,-0.009-0.052,-0.055-0.032,-0.113 0.055,-0.008 0.001,0.042-0.196,-0.063-0.040,0.019-0.005,-0.022 0.016,0.004 0.012,-0.003 0.000</inkml:trace>
</inkml:ink>
</file>

<file path=ppt/ink/ink4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2336.000 362.000,'2.000'0.000</inkml:trace>
</inkml:ink>
</file>

<file path=ppt/ink/ink4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2338.000 360.000,'0.000'-0.012,"0.000"-0.233,0.000-0.153,0.000-0.037,0.000-0.067,0.000-0.086,0.000-0.061,0.000-0.041,0.000-0.023,0.000 0.508,0.036-0.552,0.026-0.018,0.017-0.003,0.010 0.008,0.018-0.090,-0.001 0.032,0.018 0.038,0.031 0.041,0.014-0.006,0.002 0.008,-0.006 0.017,-0.012 0.023,0.059-0.055,0.014 0.038,0.019 0.112,0.020 0.028,-0.032 0.092,-0.007 0.013,0.022-0.027,0.008-0.020,0.032-0.093,-0.017-0.007,0.029-0.143,-0.047 0.041,-0.049 0.056,-0.084 0.226,-0.021 0.016,-0.011-0.049,-0.022 0.008,0.005 0.028,0.023 0.041,0.012-0.022,0.004-0.019,-0.016 0.103,0.020-0.011,0.105-0.230,0.006 0.027,-0.012 0.048,-0.023 0.058,-0.028 0.061,-0.030 0.058,-0.029 0.052,-0.026 0.045,-0.019 0.042,-0.022 0.066,-0.016 0.061,-0.012 0.053,-0.008 0.043,-0.005 0.034,-0.003 0.025,-0.001 0.018,0.000 0.012,0.000 0.007,0.001 0.004,0.001 0.001,0.001-0.001,0.001-0.001,0.001-0.002,0.001-0.002,0.001-0.002,0.000-0.002,0.000-0.001,0.000-0.001,0.000-0.001,0.000-0.001,0.000 0.000,0.000 0.000,0.000 0.000,0.000 0.000,0.000-0.008,0.000 0.056,0.000 0.054,0.000 0.051,-0.018 0.028,-0.031 0.010,-0.054 0.118,-0.019 0.004,-0.005-0.003,0.047-0.151,0.004 0.007,-0.016 0.161,0.010 0.050,0.004 0.107,0.014 0.025,0.022-0.133,0.007 0.005,0.004 0.076,0.008 0.000,0.006 0.127,0.006 0.025,-0.013-0.123,-0.029 0.025,-0.047 0.262,-0.016 0.033,0.036-0.309,0.001-0.004,0.051-0.405,-0.085 0.772,0.012-0.025,0.014-0.056,-0.049 0.055,-0.024-0.003,-0.006-0.041,0.009-0.220,-0.019-0.002,-0.008-0.008,0.001-0.012,-0.016 0.075,0.016-0.025,-0.004-0.052,-0.018-0.068,-0.038 0.102,0.013 0.000,0.023-0.002,0.067-0.181,0.017-0.006,0.017-0.005,0.016-0.004,0.008 0.068,0.018-0.006,0.002-0.093,-0.021-0.034,-0.028 0.032,-0.006-0.020,0.001 0.036,0.006 0.026,-0.002 0.087,0.014 0.010,0.009 0.142,0.019 0.030,0.015 0.064,0.016-0.007,0.013-0.018,0.012-0.260,0.004 0.013,0.003 0.007,0.002 0.003,-0.019 0.245,-0.032 0.003,-0.039-0.029,-0.030 0.074,-0.006-0.029,0.006-0.056,0.032-0.146,0.010 0.001,-0.028 0.188,-0.021-0.043,-0.029-0.085,0.027-0.137,0.003-0.001,0.096-0.420,-0.098 0.540,0.015 0.019,0.046-0.233,0.008 0.001,-0.093 0.306,-0.022-0.037,-0.001-0.054,0.142-0.548,-0.098 0.349,-0.021 0.007,-0.071 0.227,0.002 0.017,0.016-0.015,0.023-0.121,-0.019-0.017,-0.072 0.124,0.018-0.089,0.032-0.098,0.038-0.096,0.039-0.087,0.036-0.074,0.032-0.060,0.026-0.046,0.021-0.034,0.015-0.024,0.011-0.015,-0.021 0.040,-0.038 0.070,-0.046 0.083,0.012-0.065,-0.034 0.033,-0.046 0.079,-0.011 0.040,-0.022 0.011,-0.030-0.010,-0.074 0.028,-0.024-0.047,-0.016-0.053,-0.035-0.017,-0.002-0.020,0.003-0.007,0.006-0.023,0.008-0.031,0.008-0.034,-0.016 0.000,0.010 0.008,0.010 0.019,0.053-0.032,-0.014-0.011,-0.032-0.004,0.021-0.023,0.030-0.023,0.034-0.022,0.033-0.019,0.031-0.016,0.027-0.013,0.023-0.010,0.018-0.007,0.001 0.005,-0.010 0.013,-0.016 0.017,-0.019 0.018,-0.020 0.018,-0.018 0.016,-0.016 0.014,-0.060 0.012,-0.039-0.010,0.073-0.015,-0.025 0.000</inkml:trace>
</inkml:ink>
</file>

<file path=ppt/ink/ink4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2368.000 332.000,'0.000'0.016,"0.000"0.024,0.000 0.027,0.000 0.026,0.000 0.023,0.000 0.019,0.000 0.015,0.000 0.012,0.000 0.008,0.000 0.005,0.000 0.003,0.000 0.002,0.000 0.001,0.000 0.000,0.000-0.001,0.000-0.001,0.000-0.001,0.000-0.037,0.000 0.053,0.000 0.199,0.000 0.103,0.000 0.086,0.000 0.089,0.000 0.047,0.000 0.217,0.000-0.009,0.000-0.123,0.000 0.022,0.000-0.007,0.000 0.247,0.000-0.015,-0.089 0.044,-0.046-0.090,-0.016-0.190,-0.048-0.024,-0.075 0.394,0.006 0.070,0.047-0.098,0.031-0.001,-0.067 0.145,-0.006-0.054,-0.033-0.085,-0.015 0.006,-0.097 0.102,-0.069 0.008,-0.009 0.022,0.030-0.045,0.053-0.011,0.064-0.062,-0.008-0.090,0.021-0.101,0.033-0.151,-0.012-0.085,-0.022-0.032,0.032-0.117,0.042-0.109,0.046-0.096,0.044-0.080,0.041-0.065,0.035-0.050,-0.063 0.008,-0.109 0.018,-0.048 0.044,-0.060 0.095,-0.002 0.020,-0.034 0.045,0.090-0.076,0.012 0.000</inkml:trace>
</inkml:ink>
</file>

<file path=ppt/ink/ink5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140.000 1393.000,'2.000'0.000</inkml:trace>
</inkml:ink>
</file>

<file path=ppt/ink/ink5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141.000 1393.000,'2.000'0.000</inkml:trace>
</inkml:ink>
</file>

<file path=ppt/ink/ink5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373.000 1194.000,'2.000'0.000</inkml:trace>
</inkml:ink>
</file>

<file path=ppt/ink/ink5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1839.000 209.000,'-0.009'0.000,"-0.014"0.000,-0.016 0.000,-0.016 0.000,-0.014 0.000,-0.012 0.000,-0.010 0.000,-0.007 0.000,-0.005 0.000,-0.004 0.000,-0.002 0.000,-0.001 0.000,0.000 0.000,0.000 0.000,0.000 0.000,0.000 0.000,0.000 0.000,0.000 0.000,0.000 0.000,0.000 0.000,0.000 0.000,0.000 0.000,0.000 0.000,0.000 0.000,0.000 0.000,0.000 0.000,0.000 0.000,0.000 0.000,-0.035 0.089,-0.087 0.145,0.023 0.017,-0.013 0.060,-0.092 0.052,-0.076 0.044,-0.097 0.072,-0.073 0.055,0.392-0.380,-0.572 0.506,-0.021 0.023,-0.097 0.078,-0.052 0.020,-0.065 0.048,-0.024 0.019,0.006-0.003,0.027-0.018,0.277-0.196,0.047 0.005,0.429-0.425,-0.501 0.501,0.025-0.044,-0.183 0.186,0.060-0.024,-0.020 0.024,0.039-0.059,0.055-0.090,0.119-0.107,0.039-0.009,-0.246 0.245,0.011-0.060,0.034-0.016,0.045-0.077,0.178-0.148,-0.013 0.002,-0.179 0.199,0.087 0.000</inkml:trace>
</inkml:ink>
</file>

<file path=ppt/ink/ink5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1834.000 216.000,'0.006'0.000,"0.009"0.000,0.011 0.000,0.010 0.000,0.009 0.000,0.008 0.000,0.006 0.000,0.005 0.000,0.003 0.000,0.002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0.000,0.025 0.000,0.074 0.000,0.068 0.000,0.061 0.000,0.003 0.000,0.037 0.000,0.140 0.000,0.066 0.000,0.045 0.000,0.028 0.000,0.014 0.000,0.004 0.000,0.231 0.000,-0.037 0.000,-0.105 0.000,-0.080 0.000,-0.082 0.000,-0.076 0.000,-0.115 0.000,-0.047 0.000,-0.039 0.000,-0.031 0.000,-0.024 0.000,0.032 0.000,0.007 0.000,0.016 0.000,0.020 0.000,0.020 0.000,0.005 0.000,-0.015 0.000,-0.022 0.000,-0.025 0.000,-0.024 0.000,-0.021 0.000,-0.033 0.005,-0.036 0.007,-0.036 0.008,-0.032 0.008,-0.027 0.007,-0.021 0.006,-0.016 0.005,-0.012 0.003,-0.008 0.003,-0.005 0.002,-0.003 0.001,-0.001 0.001,0.000 0.000,0.001 0.000,0.001 0.000,0.001 0.000,0.001 0.000,0.001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0.000,-0.037 0.016,-0.058 0.033,-0.067 0.038,-0.068 0.039,-0.063 0.036,-0.056 0.032,0.099-0.055,0.005 0.025,-0.018 0.069,0.024 0.037,-0.083 0.055,-0.047-0.013,-0.002 0.006,-0.009-0.002,0.000-0.021,0.007-0.033,-0.068 0.035,0.064-0.057,0.072-0.052,0.070-0.044,0.063-0.035,0.053-0.027,0.042-0.019,0.032-0.013,0.023-0.008,0.016-0.005,-0.029 0.020,-0.053 0.047,-0.065 0.055,-0.067 0.056,-0.060 0.016,-0.039 0.042,0.029-0.006,0.009 0.030,-0.051 0.052,-0.044 0.018,-0.039 0.032,0.011-0.007,0.029-0.015,0.040-0.020,0.060-0.032,0.041 0.000,-0.037 0.054,-0.049 0.009,0.044-0.110,-0.028-0.021,-0.150 0.188,0.020 0.036,0.092-0.117,-0.004-0.027,0.035-0.041,-0.013-0.007,-0.016-0.018,-0.018-0.025,-0.133 0.069,0.033-0.039,0.052-0.034,0.062-0.029,0.064-0.023,0.053-0.039,0.000-0.006,-0.015-0.001,-0.024 0.002,0.027-0.023,-0.024 0.021,-0.130 0.138,0.017 0.047,0.095-0.095,-0.003 0.022,-0.240 0.201,-0.041 0.010,-0.006-0.009,0.026-0.032,0.071-0.068,0.082-0.074,0.081-0.071,0.073-0.063,0.062-0.053,0.050-0.042,0.038-0.031,0.027-0.022,0.018-0.015,0.011-0.009,0.006-0.005,0.003-0.002,0.000 0.000,-0.001 0.002,-0.002 0.002,-0.002 0.002,-0.002 0.002,-0.002 0.002,-0.002 0.002,-0.001 0.001,-0.001 0.001,-0.001 0.001,0.000 0.000,0.000 0.000,0.000 0.000,-0.004 0.000,-0.008 0.002,-0.009 0.002,-0.009 0.002,-0.008 0.002,-0.007 0.001,-0.005 0.001,-0.004 0.001,-0.003 0.001,-0.002 0.000,-0.001 0.000,-0.001 0.000,0.000 0.000,0.000 0.000,0.000 0.000,0.000 0.000,0.000 0.000,0.000 0.000,0.000 0.000,0.000 0.000,0.002 0.004,0.009 0.002,0.011 0.003,0.010 0.003,0.009 0.002,0.008 0.002,0.006 0.001,0.005 0.001,0.003 0.001,0.002 0.000,0.001 0.000,0.001 0.000,0.000 0.000,0.000 0.000,0.000 0.000,0.000 0.000,0.000 0.000,0.000 0.000,0.000 0.000,0.000 0.000,0.000 0.000,0.000 0.000,0.000 0.000,0.000 0.000,0.000 0.000,0.000 0.000,0.000 0.000,0.000 0.000,0.000 0.000,-0.036 0.001,-0.076 0.035,0.010-0.002,-0.017 0.030,-0.158 0.141,-0.036 0.064,-0.093 0.023,-0.066-0.006,-0.115 0.058,0.039-0.011,0.073-0.012,0.088-0.045,0.079-0.052,0.072-0.056,0.062-0.054,0.050-0.048,0.039-0.041,0.029-0.033,0.020-0.025,0.013-0.018,0.008-0.013,0.004-0.008,0.001-0.005,-0.001-0.002,-0.002 0.000,-0.002 0.001,-0.002 0.001,-0.004 0.005,0.000 0.008,0.001 0.009,0.001 0.008,0.002 0.007,0.001 0.006,0.001 0.005,0.001 0.003,0.001 0.002,0.001 0.002,0.000 0.001,0.000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inkml:trace>
</inkml:ink>
</file>

<file path=ppt/ink/ink5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1828.000 227.000,'0.005'0.003,"0.008"0.005,0.008 0.006,0.008 0.005,0.007 0.005,0.006 0.004,0.005 0.003,0.004 0.002,0.003 0.002,0.002 0.001,0.001 0.001,0.000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0.000,0.008 0.003,0.016 0.007,0.018 0.008,0.018 0.008,0.017 0.007,0.014 0.006,0.012 0.005,0.009 0.004,0.007 0.003,0.005 0.002,0.003 0.001,0.083-0.003,0.111-0.012,-0.069 0.019,0.025 0.024,0.018 0.011,0.069 0.019,0.022-0.007,0.043 0.073,-0.031 0.021,-0.045-0.004,-0.051-0.020,-0.051-0.028,-0.047-0.031,-0.041-0.031,-0.034-0.029,-0.027-0.025,0.001-0.007,0.011 0.003,0.020 0.010,0.024 0.014,0.025 0.015,0.023 0.015,0.133-0.004,0.135-0.008,0.075-0.021,0.080-0.012,0.029 0.001,-0.035 0.008,-0.066 0.013,-0.082 0.015,-0.088 0.016,-0.043 0.017,-0.073-0.008,-0.056-0.015,-0.041-0.019,-0.028-0.019,-0.018-0.018,-0.010-0.016,-0.004-0.014,0.000-0.011,0.002-0.008,0.125 0.058,0.095 0.035,0.059 0.016,-0.107-0.010,-0.008 0.029,0.116 0.093,-0.042 0.005,-0.048-0.015,-0.048-0.026,-0.045-0.031,-0.039-0.032,-0.033-0.030,-0.026-0.027,0.000-0.021,0.004-0.020,0.011-0.016,0.015-0.011,0.016-0.008,0.016-0.005,0.014-0.003,-0.043 0.001,0.026 0.000,-0.005 0.001,0.028 0.000,0.126-0.001,0.025 0.001,0.012 0.001,0.038 0.011,-0.035 0.017,-0.046 0.019,-0.049 0.018,-0.047 0.017,-0.042 0.014,-0.035 0.012,-0.028 0.009,0.000-0.021,0.037 0.027,0.269 0.099,0.085 0.005,0.033-0.016,-0.018-0.029,-0.032-0.031,-0.044-0.031,-0.048-0.029,-0.093-0.019,-0.041 0.000,-0.037 0.007,-0.032 0.010,-0.027 0.012,-0.022 0.012,0.008 0.003,0.022-0.007,0.032-0.011,0.037 0.000</inkml:trace>
</inkml:ink>
</file>

<file path=ppt/ink/ink5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1864.000 239.000,'2.000'0.000</inkml:trace>
</inkml:ink>
</file>

<file path=ppt/ink/ink5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1827.000 256.000,'0.017'0.000,"0.025"0.000,0.028 0.000,0.027 0.000,0.025 0.000,0.021 0.000,0.016 0.000,0.012 0.000,0.009 0.000,0.006 0.000,0.004 0.000,0.002 0.000,0.001 0.000,0.000 0.000,0.000 0.000,-0.001 0.000,-0.017 0.000,0.031 0.000,0.039 0.000,0.041 0.000,0.111 0.000,0.053 0.000,0.021 0.000,-0.001 0.000,-0.049 0.000,-0.010 0.000,-0.011 0.000,-0.033 0.000,0.005 0.000,-0.277 0.000,0.458 0.000,0.046 0.000,-0.003 0.000,-0.033 0.000,-0.051 0.000,-0.058 0.000,-0.058 0.000,-0.054 0.000,-0.035 0.000,-0.021 0.000,-0.010 0.000,-0.002 0.000,0.003 0.000,0.006 0.000,-0.012 0.000,0.024 0.000,0.198 0.000,0.080 0.000,-0.061 0.000,-0.014 0.000,-0.029 0.000,-0.037 0.000,-0.040 0.000,-0.055 0.000,0.039 0.000,0.026 0.000,0.015 0.000,0.007 0.000,0.064 0.000,0.008 0.000,0.070 0.000,-0.033 0.000,-0.044 0.000,-0.046 0.000,-0.053 0.000,-0.059 0.000,-0.056 0.000,-0.049 0.000,-0.040 0.000,-0.032 0.000,-0.024 0.000,-0.017 0.000,-0.011 0.000,-0.007 0.000,-0.069 0.000,0.130 0.000,0.076 0.000,-0.144 0.000,0.507 0.000,0.113 0.000,0.051 0.000,0.062 0.000,-0.031 0.000,-0.053 0.000,-0.588 0.000,0.624 0.000,-0.070 0.000,-0.094 0.000,-0.101 0.000,-0.097 0.000,-0.086 0.000,-0.072 0.000,-0.057 0.000,-0.043 0.000,-0.031 0.000,0.000 0.000,0.064 0.000,0.102 0.000,0.050 0.000,0.033 0.000,0.038-0.007,-0.021-0.011,-0.036-0.012,-0.043-0.012,-0.044-0.012,-0.041-0.010,-0.036-0.008,-0.030-0.007,-0.024-0.005,-0.019-0.004,-0.014 0.000</inkml:trace>
</inkml:ink>
</file>

<file path=ppt/ink/ink5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1863.000 255.000,'2.000'0.000</inkml:trace>
</inkml:ink>
</file>

<file path=ppt/ink/ink5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1850.000 240.000,'0.000'0.007,"0.000"0.010,0.000 0.012,0.000 0.011,0.000 0.010,0.000 0.009,0.000 0.007,0.000 0.005,0.000 0.004,0.000 0.003,0.000 0.002,0.000 0.001,0.000 0.000,0.000 0.000,0.000 0.000,0.000 0.000,0.000 0.000,0.000 0.000,0.000 0.000,0.000 0.000,0.000 0.000,0.000 0.000,0.000 0.000,0.000 0.000,0.000 0.000,0.000 0.000,0.000 0.000,0.000 0.000,0.000 0.000,0.000 0.000,0.000 0.000,0.000 0.000,0.000 0.000,0.000 0.000,0.000 0.000,0.000 0.000,0.000 0.000,0.000 0.000,0.000 0.048,0.000 0.076,0.000 0.085,0.000-0.230,0.000 0.206,0.000 0.054,0.000-0.222,0.000 0.386,0.000 0.071,0.000 0.146,0.000 0.013,0.000-0.016,0.000-0.187,0.000-0.010,0.000-0.007,0.000-0.005,0.000 0.145,0.000-0.030,0.000-0.037,0.000 0.038,0.000-0.069,0.000-0.067,0.000-0.060,0.000-0.080,0.000-0.013,0.000-0.003,0.000 0.004,0.000 0.009,0.000-0.114,0.000 0.013,0.000 0.185,0.000 0.018,0.000 0.005,0.000-0.004,0.000-0.009,0.000-0.012,0.000-0.056,0.000-0.016,0.000-0.016,0.000-0.015,0.000 0.024,0.000-0.006,0.000-0.003,0.000-0.089,0.000 0.014,0.000-0.020,0.000 0.019,0.000 0.119,0.000 0.034,0.000 0.029,0.000 0.025,0.000 0.183,0.000-0.025,0.000-0.047,0.000-0.056,0.000-0.086,0.000-0.032,0.000-0.024,0.000-0.018,0.000-0.012,0.000-0.008,0.000-0.056,0.000-0.006,0.000-0.005,0.000-0.004,0.000-0.038,0.000 0.016,-0.018 0.021,-0.031 0.025,-0.072 0.178,-0.020 0.008,-0.001-0.012,0.011-0.024,0.013-0.012,0.022-0.034,0.022-0.032,0.020-0.028,0.018-0.036,0.013-0.016,0.010-0.012,0.007-0.008,0.005-0.005,0.003-0.003,0.002-0.001,0.001 0.000,0.000 0.035,0.000 0.034,0.000 0.037,-0.001 0.036,-0.013-0.059,-0.021-0.005,-0.024-0.011,-0.025-0.014,-0.024-0.015,-0.012-0.003,0.001-0.001,0.008 0.003,0.012 0.006,0.014 0.007,0.015 0.007,0.008 0.045,0.017-0.025,0.014-0.032,0.011-0.034,0.008-0.032,0.006-0.028,0.004-0.023,0.002-0.018,-0.021 0.002,-0.034 0.050,-0.041 0.063,-0.019 0.032,-0.007 0.018,0.003 0.005,0.009-0.004,0.013-0.010,0.009 0.021,0.017-0.004,0.016-0.002,0.019-0.057,0.008 0.017,0.010-0.058,0.003 0.017,0.001 0.166,0.005 0.036,-0.015-0.100,-0.029-0.013,-0.077 0.127,-0.019-0.084,0.002-0.091,0.014-0.087,0.020-0.077,0.022-0.064,0.021-0.050,0.019-0.038,0.016-0.027,0.012-0.018,0.009-0.011,0.007-0.006,0.004-0.002,0.003 0.000,0.001 0.002,0.001 0.003,0.000 0.003,0.000 0.003,-0.001 0.002,-0.001 0.002,-0.001 0.001,0.000 0.001,0.000 0.001,0.000 0.001,0.000 0.000,0.000 0.000,0.000 0.000,0.000 0.000,0.000 0.000,0.000 0.000,0.000 0.000,0.000 0.000,0.000 0.000,0.000 0.000,0.000 0.000,0.000 0.000,0.000 0.000,0.000 0.000,0.000 0.000,0.000 0.000,0.000 0.000,0.000 0.000,0.000 0.000,0.000 0.000,0.000 0.000,0.000 0.000,0.000 0.000,0.000 0.000,0.000 0.000,0.000 0.000,0.000 0.000,0.000 0.000,0.000-0.006,0.000-0.015,0.000-0.018,0.000-0.018,0.000-0.016,0.000-0.014,0.000-0.012,0.000-0.009,0.000-0.007,0.000-0.005,0.000-0.024,0.000-0.080,0.000-0.019,0.000-0.046,0.000-0.211,0.000 0.000</inkml:trace>
</inkml:ink>
</file>

<file path=ppt/ink/ink6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1839.000 266.000,'-0.007'0.004,"-0.010"0.007,-0.011 0.008,-0.011 0.007,-0.010 0.007,-0.008 0.006,-0.007 0.004,-0.005 0.003,-0.004 0.002,-0.002 0.002,-0.002 0.001,-0.001 0.001,0.000 0.000,0.000 0.000,0.000 0.000,0.000 0.000,0.000 0.000,0.000 0.000,0.000 0.000,0.000 0.000,0.000 0.000,0.000 0.000,0.000 0.000,0.000 0.000,0.000 0.000,0.000 0.000,0.000 0.000,0.000 0.000,0.000 0.000,0.000 0.000,0.000 0.000,0.000 0.000,0.000 0.000,0.000 0.000,0.000 0.000,0.000 0.000,0.000 0.000,0.000 0.000,0.000 0.000,0.000 0.000,0.012 0.016,-0.027 0.059,0.060-0.086,-0.124 0.151,-0.031 0.051,-0.149 0.208,-0.029 0.038,-0.009 0.004,0.004-0.017,0.018-0.039,0.040-0.069,0.044-0.073,0.043-0.070,0.039-0.062,0.033-0.052,0.026-0.041,0.020-0.031,0.015-0.022,0.010-0.015,0.006-0.009,0.003-0.005,0.001 0.000</inkml:trace>
</inkml:ink>
</file>

<file path=ppt/ink/ink6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1831.000 273.000,'2.000'0.000</inkml:trace>
</inkml:ink>
</file>

<file path=ppt/ink/ink6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1858.000 266.000,'0.002'0.003,"0.003"0.005,0.004 0.006,0.004 0.006,0.003 0.005,0.003 0.004,0.002 0.003,0.002 0.003,0.001 0.002,0.001 0.001,0.000 0.001,0.000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0.000,0.010 0.002,0.018 0.006,0.020 0.007,0.020 0.007,0.018 0.006,0.016 0.005,0.013 0.004,0.010 0.003,0.008 0.003,0.005 0.002,0.004 0.001,0.002 0.001,-0.001 0.003,-0.009 0.002,-0.010 0.002,-0.010 0.002,-0.010 0.002,-0.009 0.001,-0.007 0.001,-0.005 0.001,-0.004 0.001,-0.003 0.000,-0.002 0.000,-0.001 0.000,-0.001 0.000,0.000 0.000,0.000 0.000,0.000 0.000,0.000 0.000,0.000 0.000,0.000 0.000,0.000 0.000,0.008 0.038,0.040 0.088,0.149 0.163,0.044 0.078,0.007 0.006,-0.015-0.039,-0.028-0.062,-0.033-0.071,-0.033-0.069,-0.030-0.063,-0.025-0.053,-0.021 0.000</inkml:trace>
</inkml:ink>
</file>

<file path=ppt/ink/ink6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1866.000 276.000,'2.000'0.000</inkml:trace>
</inkml:ink>
</file>

<file path=ppt/ink/ink6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383.000 1202.000,'2.000'0.000</inkml:trace>
</inkml:ink>
</file>

<file path=ppt/ink/ink6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2198.000 320.000,'0.000'0.009,"0.000"0.014,0.000 0.016,0.000 0.016,0.000 0.014,0.000 0.012,0.000 0.009,0.000 0.007,0.000 0.005,0.000 0.004,0.000 0.002,0.000 0.001,0.000 0.000,0.000 0.000,0.000 0.000,0.000 0.000,0.000 0.000,0.000 0.000,0.000 0.000,0.000 0.000,0.000 0.000,0.000 0.000,0.000 0.000,0.000 0.000,0.000 0.000,0.000 0.000,0.000 0.000,0.000 0.000,0.000 0.013,0.000 0.071,0.000 0.057,0.000 0.045,0.000 0.034,0.000 0.451,0.000 0.173,0.000-0.266,0.000 0.071,0.000 0.720,0.000 0.086,0.000-0.238,0.000 0.028,0.000-0.019,-0.047-0.106,-0.031-0.037,-0.019 0.028,-0.009-0.022,-0.001-0.056,-0.020 0.323,0.014-0.047,0.092-1.136,-0.076 1.269,0.020-0.042,0.019-0.096,0.024-0.382,0.008 0.001,0.006 0.158,0.007-0.021,0.010-0.909,-0.003 1.150,0.005-0.088,0.003-0.224,0.001-0.111,0.000-0.125,0.000-0.039,0.000 0.216,0.000-0.014,0.000-0.072,-0.001-0.101,-0.001-0.054,0.000 0.039,0.000-0.001,0.000 0.101,0.000 0.051,0.000 0.036,0.000 0.079,0.000 0.247,0.000-0.070,0.000-0.122,0.000-0.148,0.000-0.154,0.000-0.148,0.000-0.090,0.000-0.124,0.000-0.097,0.000-0.072,0.000-0.049,0.000-0.042,0.000-0.029,0.000-0.018,0.000-0.010,0.000-0.004,0.000 0.000,0.000 0.002,0.000 0.003,0.000 0.000</inkml:trace>
</inkml:ink>
</file>

<file path=ppt/ink/ink6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2202.000 321.000,'0.008'0.000,"0.012"0.000,0.013 0.000,0.013 0.000,0.011 0.000,0.010 0.000,0.008 0.000,0.006 0.000,0.004 0.000,0.003 0.000,0.002 0.000,0.001 0.000,0.000 0.000,0.000 0.000,0.000 0.000,0.000 0.000,0.000 0.000,0.000 0.000,0.000 0.000,0.000 0.000,0.000 0.000,0.000 0.000,0.000 0.000,0.000 0.000,0.000 0.000,0.000 0.000,0.000 0.000,0.000 0.000,0.000 0.000,0.000 0.000,0.000 0.000,0.000 0.000,0.000 0.000,0.000 0.000,0.082 0.000,0.083 0.000,0.063 0.000,0.236 0.000,0.097 0.000,0.125-0.074,0.060-0.042,-0.664 0.092,0.746-0.110,0.015 0.000,0.034-0.002,-0.124 0.020,-0.146 0.022,-0.146 0.022,-0.133 0.020,-0.113 0.017,-0.091 0.013,-0.069 0.010,-0.050 0.007,-0.034 0.005,-0.021 0.003,-0.011 0.002,-0.005 0.001,0.000 0.000,0.003 0.000,0.004-0.001,0.004-0.001,0.004-0.001,0.004-0.001,0.003 0.000,0.022 0.000,0.033 0.000,0.036 0.000,0.035 0.000,0.031 0.000,0.027 0.000,0.021 0.000,0.039 0.134,0.040 0.202,-0.269-0.269,0.232 0.403,0.028 0.145,0.109 0.329,0.016 0.134,0.106 0.383,-0.012 0.125,-0.055 0.068,-0.076-0.062,-0.105-0.145,-0.066-0.033,-0.048 0.168,-0.060-0.036,-0.051-0.235,-0.031-0.120,-0.024-0.272,-0.012-0.044,-0.009 0.006,-0.007-0.076,-0.004-0.078,-0.005 0.023,-0.001-0.075,-0.009-0.119,-0.016-0.074,-0.019-0.069,-0.019-0.062,-0.018-0.053,-0.017-0.043,-0.034-0.027,-0.037-0.024,-0.039-0.016,-0.037-0.009,-0.034-0.005,0.025 0.018,-0.085 0.113,-0.276 0.268,-0.110 0.089,0.012-0.041,-0.016 0.009,0.024-0.007,-0.138 0.175,0.054-0.046,0.094-0.066,0.113-0.074,0.116-0.074,0.110-0.068,0.064-0.055,0.061-0.090,0.038-0.083,0.020-0.071,0.007-0.058,-0.001-0.045,-0.006-0.033,-0.009-0.023,-0.025 0.006,-0.041 0.023,-0.044 0.031,-0.043 0.034,-0.018 0.007,-0.032-0.001,0.011-0.012,0.010-0.012,0.019-0.013,0.023-0.014,0.025-0.013,0.023-0.013,-0.010-0.009,-0.184-0.006,-0.072-0.008,0.132-0.006,-0.018-0.002,0.331-0.001,-0.005 0.000,-0.528-0.001,-0.069-0.001,-0.108-0.001,0.018 0.000,0.046 0.000,-0.025 0.000,0.005 0.000</inkml:trace>
</inkml:ink>
</file>

<file path=ppt/ink/ink6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2194.000 357.000,'2.000'0.000</inkml:trace>
</inkml:ink>
</file>

<file path=ppt/ink/ink6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2175.000 312.000,'0.000'0.007,"0.000"0.011,0.000 0.012,0.000 0.012,0.000 0.011,0.000 0.009,0.000 0.007,0.000 0.006,0.000 0.004,0.000 0.003,0.000 0.002,0.000 0.001,0.000 0.000,0.000 0.000,0.000 0.000,0.000 0.000,0.000 0.000,0.000 0.000,0.000 0.000,0.000 0.000,0.000 0.000,0.000 0.000,0.000 0.000,0.000 0.000,0.000 0.000,0.000 0.000,0.000 0.000,0.000 0.000,0.000 0.000,0.000 0.000,0.000 0.000,0.000 0.000,0.000 0.000,0.000 0.000,0.000 0.000,0.000 0.000,-0.021 0.026,-0.034 0.061,-0.041 0.072,0.012-0.024,-0.006 0.037,-0.001 0.037,0.003 0.035,-0.006 0.136,0.009 0.065,0.010 0.092,0.011 0.060,-0.036 0.034,-0.021 0.014,0.008 0.017,-0.001 0.072,-0.059 0.219,-0.022 0.048,-0.017-0.095,-0.023 0.013,-0.158 0.501,-0.028 0.036,0.009-0.054,-0.015-0.085,0.005-0.075,0.112-0.301,0.024-0.006,0.028-0.023,0.031-0.035,0.031-0.043,0.030-0.047,0.029-0.049,0.026-0.048,0.008 0.145,0.033-0.076,0.035-0.313,0.010-0.026,0.015-0.337,-0.037 0.337,-0.011 0.002,-0.033 0.171,-0.005-0.007,0.013-0.094,0.004-0.010,-0.004 0.115,0.009 0.016,-0.019-0.086,-0.018-0.003,-0.009 0.066,-0.003 0.043,0.003 0.024,0.006 0.010,-0.048 0.241,-0.030-0.041,0.038-0.227,0.001-0.001,-0.029 0.063,-0.015 0.037,-0.034 0.138,0.007-0.007,-0.038 0.056,-0.021-0.103,0.096-0.344,0.006-0.034,-0.017 0.086,0.017-0.005,-0.025 0.053,-0.012-0.056,0.029-0.074,0.008 0.000,0.012-0.001,0.016-0.002,-0.056 0.210,-0.002-0.041,-0.010-0.053,0.072-0.180,0.009 0.012,-0.081 0.212,-0.013 0.040,0.002-0.118,-0.048 0.029,-0.074 0.113,-0.007 0.003,0.019-0.066,-0.008 0.015,-0.137 0.383,0.045 0.008,0.081-0.244,0.012-0.034,0.063-0.096,0.025-0.004,-0.025 0.065,-0.001-0.064,0.046-0.133,0.016-0.035,-0.080 0.216,0.009-0.070,0.003-0.096,0.126-0.266,0.011-0.015,-0.027 0.044,-0.012-0.002,-0.002 0.003,0.006 0.007,-0.066 0.123,-0.022 0.011,0.063-0.108,0.009 0.007,-0.036 0.130,0.030 0.007,0.013-0.119,-0.036 0.004,-0.058 0.068,-0.003 0.005,-0.056 0.205,0.038 0.036,0.082-0.202,-0.001 0.032,-0.028 0.021,-0.012 0.013,-0.136 0.242,-0.014 0.026,0.036-0.124,-0.013-0.055,-0.014 0.046,-0.014 0.022,0.044-0.111,-0.012-0.035,-0.049 0.048,0.026-0.036,0.127-0.175,0.025-0.013,-0.125 0.302,0.085-0.059,0.078-0.066,0.058-0.070,0.050-0.099,0.035-0.094,0.023-0.082,0.014-0.068,0.007-0.053,0.002-0.039,-0.001-0.028,-0.002-0.018,-0.004-0.011,-0.003-0.005,-0.003-0.002,-0.003 0.001,-0.002 0.002,-0.002 0.003,0.015 0.018,0.005 0.044,0.006 0.053,0.006 0.000</inkml:trace>
</inkml:ink>
</file>

<file path=ppt/ink/ink6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2089.000 415.000,'0.000'0.019,"0.000"0.029,0.000 0.032,0.000 0.031,0.000 0.028,0.000 0.024,0.000 0.019,0.000 0.014,0.000 0.010,0.000 0.007,0.000 0.004,0.000 0.002,0.000 0.001,0.000 0.000,0.000-0.052,0.000 0.051,0.000 0.143,0.000 0.062,0.000 0.106,0.000 0.070,-0.024 0.084,-0.039 0.122,-0.011 0.063,-0.012 0.109,-0.042 0.100,-0.027 0.054,-0.014 0.126,-0.005 0.067,0.121-0.941,-0.125 0.823,-0.012 0.023,0.061-0.405,-0.097 0.694,0.008 0.019,0.014-0.023,0.018-0.054,0.135-1.049,0.001 0.000,-0.085 0.832,0.016-0.016,-0.013 0.401,0.026-0.060,-0.024 0.001,-0.011-0.050,-0.001-0.036,0.006-0.072,0.025-0.231,0.010-0.047,-0.070 0.288,-0.018-0.080,-0.022 0.008,0.015-0.165,0.024-0.169,0.002-0.151,0.000-0.196,-0.007-0.176,-0.010 0.000</inkml:trace>
</inkml:ink>
</file>

<file path=ppt/ink/ink7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2082.000 461.000,'2.000'0.000</inkml:trace>
</inkml:ink>
</file>

<file path=ppt/ink/ink7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2110.000 413.000,'0.000'0.019,"0.000"0.028,0.000 0.032,0.000 0.031,0.000 0.028,0.000 0.024,0.000 0.019,0.000 0.014,0.000 0.011,0.000 0.007,0.000 0.004,0.000 0.003,0.000 0.001,0.000 0.000,0.000 0.015,0.000 0.053,0.000 0.062,0.000-0.277,0.000 0.293,0.000 0.057,0.000-0.019,0.000 0.029,-0.024 0.117,-0.039 0.060,-0.011 0.025,-0.012 0.071,0.061-0.496,-0.053 0.495,0.000 0.054,0.052-0.501,-0.080 0.734,-0.025 0.030,-0.037 0.245,-0.005 0.034,0.025-0.101,0.008 0.021,0.011 0.026,0.013-0.008,-0.022 0.004,-0.011-0.024,0.107-0.870,-0.110 0.888,0.004-0.016,-0.009-0.056,-0.019-0.084,-0.093 0.440,0.009-0.090,0.113-0.618,0.011-0.044,0.089-0.516,-0.162 0.725,-0.005-0.048,0.057-0.263,0.007-0.028,-0.084 0.321,-0.021 0.033,0.085-0.334,0.005-0.007,-0.053 0.096,-0.011-0.018,0.000 0.014,0.008 0.002,-0.013 0.097,0.024-0.023,0.047-0.127,0.021-0.025,-0.027 0.268,0.045-0.136,0.038-0.148,0.031-0.142,0.023-0.126,0.017-0.106,0.011-0.084,0.007-0.063,0.004-0.045,0.001-0.031,0.000-0.019,-0.001-0.010,-0.001-0.004,-0.001 0.000,-0.001 0.003,-0.001 0.004,-0.001 0.004,-0.001 0.004,-0.001 0.000</inkml:trace>
</inkml:ink>
</file>

<file path=ppt/ink/ink7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2056.000 434.000,'0.016'0.000,"0.024"0.000,0.027 0.000,0.026 0.000,0.023 0.000,0.019 0.000,0.015 0.000,0.012 0.000,0.008 0.000,0.006 0.000,0.003 0.000,0.002 0.000,0.001 0.000,0.000 0.000,0.000 0.000,-0.001 0.000,-0.001 0.000,-0.025 0.040,0.030 0.065,0.038 0.080,0.041 0.085,-0.019 0.019,0.030 0.075,0.049 0.097,0.025 0.074,0.104 0.195,0.018 0.073,0.061 0.061,0.042 0.003,-0.427-0.650,0.479 0.721,-0.001 0.028,-0.083-0.104,-0.005-0.019,-0.067-0.113,-0.005-0.001,0.255 0.410,-0.027-0.008,-0.135-0.223,0.011 0.024,0.113 0.160,-0.010 0.015,-0.038 0.029,-0.057-0.009,0.003 0.011,-0.001-0.022,-0.076-0.120,-0.003 0.015,0.069 0.206,-0.005-0.014,-0.057-0.147,-0.008-0.018,0.161 0.243,-0.026-0.083,-0.174-0.289,-0.042-0.032,0.183 0.336,-0.017-0.115,-0.029-0.154,-0.089-0.124,-0.064-0.072,-0.068-0.074,-0.261-0.534,0.249 0.425,-0.024-0.076,-0.035-0.069,-0.040-0.060,-0.040-0.050,-0.013-0.040,0.006-0.031,0.018-0.023,0.025-0.017,0.028-0.011,0.045 0.009,-0.002-0.012,-0.012-0.011,-0.018-0.009,-0.020-0.008,-0.020-0.006,-0.018-0.004,-0.030-0.004,-0.008 0.019,-0.005 0.023,-0.002 0.025,-0.001 0.025,0.000 0.023,-0.026-0.047,0.023 0.023,0.060 0.045,0.041-0.005,-0.053-0.064,0.002 0.011,0.061 0.102,-0.017 0.029,0.011 0.034,-0.002-0.018,0.003-0.033,-0.040-0.091,0.018-0.029,0.135 0.032,0.019-0.056,0.008-0.050,0.001-0.033,-0.040-0.029,-0.049-0.018,-0.050-0.010,-0.047-0.005,-0.041-0.001,-0.034 0.002,-0.027 0.003,-0.020 0.004,-0.014 0.004,-0.009 0.004,-0.006 0.003,-0.003 0.003,-0.001 0.002,0.041-0.008,0.070-0.007,0.081-0.008,-0.041-0.018,0.036-0.004,0.036-0.004,0.035-0.004,0.154-0.065,0.022-0.043,0.005-0.023,-0.393 0.087,0.531-0.187,-0.508 0.168,0.548-0.242,0.056-0.035,-0.148 0.033,0.008-0.018,0.039-0.057,0.024-0.047,-0.465 0.290,0.422-0.293,0.017-0.040,-0.416 0.299,0.688-0.564,0.018-0.055,-0.120 0.095,-0.015 0.023,-0.021 0.023,-0.025 0.022,-0.530 0.438,0.485-0.429,-0.031 0.028,-0.010-0.012,-0.031-0.006,-0.010-0.037,-0.029-0.023,-0.025 0.006,-0.021 0.028,-0.035 0.025,-0.044 0.022,0.001-0.056,-0.067 0.024,0.004-0.025,0.008-0.012,0.012 0.043,0.068-0.024,0.159-0.154,0.034-0.033,-0.072 0.022,0.006-0.049,-0.427 0.592,0.645-0.844,0.033-0.048,-0.084 0.085,-0.011-0.041,0.000-0.045,-0.027-0.011,0.091-0.191,-0.049 0.020,-0.025 0.006,-0.053 0.043,-0.106 0.210,-0.035 0.059,-0.010 0.062,-0.028 0.062,-0.040 0.060,-0.047 0.057,-0.033 0.070,-0.021 0.077,0.016-0.007,-0.046 0.063,-0.009-0.017,-0.067 0.066,-0.062 0.055,-0.013-0.007,-0.016 0.047,0.003 0.036,-0.024 0.078,0.000 0.029,0.000 0.026,0.000 0.022,0.000 0.019,0.000 0.015,0.049-0.013,0.057-0.009,0.065 0.000</inkml:trace>
</inkml:ink>
</file>

<file path=ppt/ink/ink7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1945.000 520.000,'0.014'0.000,"0.021"0.000,0.024 0.000,0.023 0.000,0.021 0.000,0.017 0.000,0.014 0.000,0.010 0.000,0.008 0.000,0.005 0.000,0.003 0.000,0.002 0.000,0.001 0.000,0.000 0.000,0.000 0.000,-0.001 0.000,-0.001 0.000,-0.001 0.000,-0.001 0.000,-0.027 0.000,0.054 0.000,0.323 0.000,0.130 0.000,0.018 0.000,0.171 0.000,0.178 0.055,0.125 0.035,0.060 0.019,0.123 0.068,0.185 0.070,0.728 0.195,0.099 0.053,-0.346-0.101,0.039-0.020,-0.020-0.032,0.261-0.006,-0.097-0.053,-1.689-0.220,1.595 0.224,-0.137-0.015,-0.191-0.035,-0.160-0.030,-0.179-0.032,0.104 0.020,-0.262-0.001,-0.266 0.011,-0.119-0.005,-0.145-0.025,-0.129-0.030,-0.108-0.031,-0.098-0.033,-0.047-0.023,-0.029-0.019,-0.016-0.015,-0.007-0.011,0.000-0.008,0.007-0.005,0.026-0.003,0.113 0.042,0.011 0.067,-0.356-0.085,0.388 0.103,0.030 0.005,0.007-0.006,-0.403 0.000</inkml:trace>
</inkml:ink>
</file>

<file path=ppt/ink/ink7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1943.000 547.000,'0.026'0.000,"0.039"0.000,0.044 0.000,0.043 0.000,0.039 0.000,0.033 0.000,0.027 0.000,0.021 0.000,0.015 0.000,0.010 0.000,0.030 0.000,0.084 0.000,0.159 0.000,0.109 0.000,0.164 0.000,0.100 0.000,0.029 0.000,0.093 0.000,0.311 0.024,0.071 0.039,-0.104 0.011,0.027 0.012,0.079 0.006,0.043 0.001,0.068-0.003,0.013-0.005,0.043-0.007,-0.008-0.008,-1.152-0.050,1.387 0.046,-0.053-0.011,0.279-0.006,-0.057-0.012,-0.435-0.014,-0.012-0.005,0.489-0.003,-0.065-0.006,-0.487-0.004,-0.069-0.002,-1.027-0.001,0.993-0.001,-0.052-0.001,-0.967 0.001,0.757-0.002,-0.021 0.000,-0.747 0.002,0.941-0.003,-0.017 0.000,0.225 0.000,-0.020 0.000,0.267 0.000,-0.174 0.001,-0.204 0.001,-0.512 0.001,-0.085 0.000,0.227 0.000,-0.172 0.000,-0.149 0.000,-0.286 0.000,-0.032 0.000</inkml:trace>
</inkml:ink>
</file>

<file path=ppt/ink/ink7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2032.000 512.000,'0.000'0.019,"0.000"0.029,0.000 0.033,0.000 0.033,0.000 0.030,0.000 0.026,0.000 0.021,0.000 0.016,0.000 0.012,0.000 0.009,0.000 0.006,0.000 0.003,0.000 0.002,0.000 0.004,0.000 0.102,0.018 0.054,0.031 0.077,0.035 0.332,0.016 0.174,0.021 0.251,-0.001 0.043,-0.093-0.990,0.078 0.815,0.024 0.039,0.013 0.078,0.005 0.033,-0.002 0.034,-0.006-0.003,0.007 0.190,-0.016-0.040,-0.029-0.198,-0.013-0.041,-0.005 0.097,-0.016-0.089,-0.019-0.223,-0.010-0.072,-0.003 0.308,-0.014-0.115,-0.010-0.130,-0.008 0.001,-0.005-0.092,-0.003-0.102,0.001-0.156,0.000-0.023,0.000-0.030,0.004 0.057,0.008-0.102,0.009-0.107,0.009-0.101,0.008-0.088,0.007-0.073,0.006-0.057,0.004-0.043,0.003-0.031,0.002-0.020,0.001-0.012,0.001-0.006,0.000-0.002,0.000 0.001,0.000 0.002,0.000 0.003,0.000 0.003,0.000 0.003,0.014-0.013,0.059-0.030,0.057-0.038,0.054-0.043,0.076-0.079,0.015-0.056,-0.167 0.116,0.089-0.108,0.012-0.018,0.065-0.110,0.022-0.051,-0.248 0.310,0.006-0.007,0.263-0.343,0.025-0.054,0.219-0.275,0.056-0.031,-0.078-0.008,-0.017-0.072,-0.412 0.653,0.428-0.730,0.008-0.028,0.056-0.110,0.018-0.059,-0.483 0.850,0.734-1.331,0.016-0.015,-0.237 0.340,-0.046 0.004,-0.022-0.039,-0.039 0.003,-0.033-0.002,-0.027 0.030,-0.040 0.017,-0.048 0.043,0.058-0.312,-0.094 0.161,-0.089 0.178,-0.060 0.138,-0.065 0.229,-0.048 0.213,-0.034 0.187,-0.022 0.156,-0.013 0.125,-0.006 0.096,-0.001 0.070,0.002 0.049,0.001 0.047,-0.010 0.035,-0.012 0.025,-0.012 0.016,-0.011 0.010,-0.010 0.005,-0.008 0.001,-0.006-0.001,-0.004-0.002,-0.003-0.003,-0.002-0.003,-0.001-0.003,0.000-0.002,0.000-0.002,0.000-0.001,0.000-0.001,0.000-0.001,0.000 0.032,0.000 0.086,0.000 0.163,0.000 0.076,-0.023 0.061,-0.039 0.157,-0.055 0.481,-0.016 0.221,0.026-0.097,0.005 0.084,0.008 0.010,-0.028 0.279,-0.034 0.031,0.007-0.174,-0.001-0.030,0.007-0.061,0.011 0.030,0.015 0.000,0.016-0.007,0.016-0.058,0.016-0.092,0.001 0.474,0.023-0.125,0.024-0.641,0.006-0.046,0.009 0.366,0.016-0.217,0.014-0.229,0.012-0.217,0.009-0.191,0.007-0.158,0.005-0.125,0.003-0.094,0.002-0.067,0.001-0.044,0.000-0.027,0.000-0.014,0.000-0.005,0.000 0.001,-0.001 0.005,0.000 0.006,0.000 0.007,-0.043 0.023,0.120-0.008,0.078 0.002,0.111-0.017,0.045-0.029,0.150-0.104,0.068-0.084,0.014-0.097,0.044-0.101,0.152-0.165,0.005-0.067,-0.127-0.018,-0.044-0.070,0.088-0.259,-0.012-0.082,0.036-0.236,-0.080-0.016,-0.125 0.112,-0.038-0.016,-0.083 0.176,-0.012 0.035,-0.292 0.745,0.415-1.141,-0.021 0.003,-0.068 0.159,-0.005 0.036,0.024-0.198,-0.048 0.028,-0.044 0.216,-0.016 0.074,0.019-0.012,-0.004 0.022,0.027-0.003,0.001 0.027,0.005 0.024,0.009 0.067,-0.061 0.180,-0.020 0.053,0.027 0.013,0.026 0.019,0.118-0.233,-0.023 0.013,-0.178 0.335,-0.023 0.000</inkml:trace>
</inkml:ink>
</file>

<file path=ppt/ink/ink7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2110.000 514.000,'0.000'0.024,"0.000"0.037,0.000 0.042,0.000 0.042,0.000 0.039,0.000 0.033,0.000 0.028,0.000 0.022,0.000 0.016,0.000 0.012,0.000-0.085,0.000 0.018,0.000 0.223,0.000 0.110,0.024 0.041,0.039 0.069,0.072 0.135,0.045 0.082,0.142 0.281,0.091 0.075,-0.015-0.236,0.061 0.012,0.083 0.044,0.061-0.005,0.188 0.190,0.059-0.031,-0.087-0.177,0.005-0.056,0.346 0.429,-0.127-0.162,-0.161-0.195,-0.168-0.199,-0.159-0.185,-0.140-0.161,-0.116-0.133,-0.092-0.104,-0.069 0.000</inkml:trace>
</inkml:ink>
</file>

<file path=ppt/ink/ink7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2122.000 539.000,'2.000'0.000</inkml:trace>
</inkml:ink>
</file>

<file path=ppt/ink/ink7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2105.000 536.000,'0.013'0.008,"0.019"0.013,0.022 0.015,0.021 0.014,0.020 0.013,0.017 0.011,0.013 0.009,0.010 0.007,0.008 0.005,0.005 0.004,0.003 0.002,0.002 0.001,0.001 0.001,0.000 0.000,0.000 0.000,0.000 0.000,-0.001 0.000,0.000 0.000,-0.001 0.000,0.000 0.000,-0.040-0.003,0.023 0.057,0.059 0.135,0.002 0.074,0.020 0.028,0.030-0.004,0.108 0.181,0.045 0.051,0.011-0.040,0.062 0.045,0.037 0.019,-0.001-0.024,-0.020-0.042,-0.031-0.052,-0.037-0.055,-0.112-0.133,-0.002-0.009,0.104 0.155,-0.021-0.011,-0.026-0.039,-0.028-0.055,-0.028-0.062,-0.003-0.035,-0.041-0.064,-0.039-0.053,-0.034-0.042,-0.028-0.031,-0.022-0.022,-0.016-0.015,-0.012-0.009,-0.008-0.005,-0.005-0.002,-0.002 0.000,-0.001 0.002,0.000 0.002,0.001 0.002,0.001 0.002,0.001 0.002,0.001 0.002,0.001 0.001,0.001 0.000</inkml:trace>
</inkml:ink>
</file>

<file path=ppt/ink/ink7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2036.000 578.000,'0.000'0.016,"0.000"0.025,0.000 0.028,0.000 0.028,0.000 0.026,0.000 0.022,0.000 0.018,0.000 0.014,0.000 0.011,0.000 0.008,0.000 0.005,0.000 0.003,0.000 0.002,0.000 0.001,0.000 0.000,0.000 0.060,0.000 0.088,0.000 0.442,0.000 0.160,0.000 0.107,0.000 0.082,0.000 0.247,0.000 0.251,0.000 0.740,0.000 0.192,0.000-0.543,0.000 0.049,0.000-0.032,0.000 0.093,0.000 0.036,0.000 1.117,0.000-0.024,0.000-2.685,-0.024 1.795,-0.039-0.020,0.046-1.774,-0.089 2.108,-0.013-0.069,-0.052-0.102,-0.030-0.124,-0.009-0.200,0.044-0.448,0.009-0.046,0.111-1.216,-0.262 2.326,-0.003-0.139,-0.024-0.105,-0.009-0.064,-0.017-0.079,-0.021-0.082,0.307-1.885,-0.310 1.660,-0.007-0.042,-0.020 0.264,0.045-0.078,0.019 0.004,0.001-0.091,0.279-1.750,-0.216 1.461,0.033-0.114,0.042-0.451,-0.003-0.072,0.006-0.009,0.012 0.000</inkml:trace>
</inkml:ink>
</file>

<file path=ppt/ink/ink8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2039.000 582.000,'0.032'-0.011,"0.049"-0.016,0.055-0.018,0.054-0.018,0.049-0.016,0.042-0.014,0.034-0.011,0.026-0.009,-0.071 0.031,0.023 0.006,0.073-0.040,0.058-0.023,0.018 0.010,0.055-0.001,0.219-0.013,0.095 0.010,0.100-0.033,0.052-0.016,0.015-0.003,-0.012 0.007,-0.144 0.032,-0.029 0.013,0.385-0.034,-0.083 0.034,-0.120 0.032,-0.134 0.028,-0.153 0.025,-0.098 0.017,-0.082 0.013,-0.040 0.010,-0.057 0.008,-0.042 0.005,-0.049 0.002,-0.015 0.001,-0.008 0.000,-0.022-0.001,0.019-0.001,-0.087-0.002,0.016 0.000,0.242 0.026,0.025 0.038,-0.020 0.044,-0.023 0.044,-0.023 0.042,-0.022 0.037,-0.109-0.019,-0.034 0.033,-0.042-0.004,0.003 0.030,0.047 0.102,0.022 0.027,-0.035-0.014,-0.008 0.049,0.016 0.161,-0.026 0.065,-0.076-0.144,-0.018 0.017,-0.095-0.358,0.159 0.549,-0.001-0.001,-0.034-0.064,-0.012 0.014,0.003 0.102,-0.022-0.009,-0.022-0.019,-0.021-0.026,-0.036-0.198,-0.010-0.013,-0.004 0.071,-0.012-0.014,-0.010-0.013,-0.008-0.012,-0.007 0.025,-0.006 0.016,-0.004 0.045,-0.003 0.029,-0.004 0.215,-0.002-0.005,0.001-0.209,0.000-0.017,-0.001 0.115,0.000 0.004,0.006-0.573,-0.004 0.502,0.001 0.009,0.000 0.099,0.001-0.015,-0.017-0.081,-0.030 0.006,-0.058 0.121,-0.055-0.026,-0.021-0.108,-0.042-0.030,-0.161 0.265,-0.026-0.083,-0.001-0.116,0.015-0.128,0.025-0.127,0.019-0.092,0.014-0.063,0.010-0.040,0.063-0.063,-0.013 0.009,0.002-0.014,-0.051 0.021,-0.044 0.043,-0.037 0.022,-0.351 0.215,-0.128 0.016,0.027-0.055,-0.114 0.038,0.042-0.027,-0.045 0.011,-0.088 0.026,-0.045 0.000,-0.309 0.150,0.092-0.011,0.468-0.244,0.028-0.028,0.564-0.265,-0.994 0.513,0.173-0.065,0.186-0.086,0.180-0.092,0.162-0.089,0.138-0.080,0.113-0.068,0.088-0.056,0.066-0.044,0.046-0.032,-0.019-0.024,-0.053-0.016,-0.073-0.009,0.029 0.002,-0.038-0.001,-0.031 0.002,-0.056 0.000</inkml:trace>
</inkml:ink>
</file>

<file path=ppt/ink/ink8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2036.000 624.000,'2.000'0.000</inkml:trace>
</inkml:ink>
</file>

<file path=ppt/ink/ink8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2093.000 605.000,'-0.054'0.036,"-0.093"0.062,-0.082 0.061,-0.071 0.058,-0.042 0.053,-0.020 0.048,-0.101 0.101,-0.013 0.044,-0.034 0.127,0.000 0.086,-0.033 0.152,0.053 0.026,0.112-0.192,0.016-0.007,-0.177 0.331,0.025-0.003,0.145-0.277,0.006 0.006,-0.104 0.228,-0.002 0.020,0.073-0.070,0.034 0.008,-0.093 0.199,-0.003-0.036,0.012-0.077,0.021-0.100,0.097-0.157,0.037-0.023,0.067-0.072,0.031 0.007,-0.006 0.243,0.046 0.018,0.049-0.062,0.028 0.011,-0.040 0.215,-0.013 0.040,0.028-0.215,0.003 0.009,0.069-0.637,-0.082 0.558,-0.012 0.021,-0.101 0.655,0.005-0.012,0.076-0.394,0.012 0.035,0.050-0.486,-0.104 0.662,-0.006-0.020,-0.041 0.369,0.022-0.072,0.030-0.143,0.032-0.179,0.121-1.008,-0.056 0.562,0.015-0.049,0.031-0.064,0.043-0.073,0.066 0.035,0.067-0.069,0.014-0.114,0.018-0.030,0.152 0.014,0.099-0.057,0.077-0.059,0.097-0.019,0.542 0.158,0.137-0.022,-0.164-0.122,0.059-0.038,0.011-0.041,-0.024-0.041,-0.868-0.161,0.567 0.111,-0.015-0.002,0.380 0.073,-0.109-0.024,-0.130-0.030,-0.135-0.031,-0.131-0.030,-0.075-0.022,-0.117-0.028,-0.095-0.023,-0.074 0.000</inkml:trace>
</inkml:ink>
</file>

<file path=ppt/ink/ink8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2109.000 618.000,'0.061'-0.020,"0.094"-0.031,0.107-0.036,0.106-0.035,0.004-0.051,0.046-0.036,0.029 0.014,0.056 0.003,0.264-0.052,0.022 0.034,0.210 0.039,0.127 0.039,0.110 0.035,0.001 0.030,-0.065 0.024,-0.099 0.018,-0.180 0.013,-0.144 0.008,-0.140 0.005,-0.126 0.003,-0.108 0.002,-0.087 0.000,-0.067 0.000,-0.050-0.001,-0.040 0.052,0.043 0.092,0.059 0.120,0.014 0.073,-0.002 0.052,-0.184-0.292,0.376 0.702,0.070 0.117,-0.414-0.752,0.317 0.564,0.010 0.027,0.223 0.388,-0.018 0.004,-0.068-0.158,0.027 0.035,0.044 0.142,-0.059 0.005,-0.165-0.179,-0.055 0.009,-0.056-0.026,-0.010 0.329,-0.074 0.067,-0.072-0.066,-0.042 0.030,-0.032 0.112,-0.032-0.094,-0.020-0.469,-0.009-0.059,-0.008 0.092,-0.006-0.039,-0.001-0.110,-0.001-0.009,-0.005 0.192,0.001-0.046,0.005-0.236,0.001-0.031,0.000 0.102,0.002-0.005,0.001 0.093,0.002-0.053,0.002-0.064,0.070-0.059,0.042-0.083,0.020-0.080,0.005-0.072,-0.006-0.063,0.028-0.050,0.054-0.025,0.065-0.014,-0.020-0.035,0.002 0.015,0.014-0.014,0.043 0.022,0.095 0.047,0.041-0.008,0.031-0.019,0.024-0.027,0.143 0.052,0.046-0.005,-0.014-0.050,0.036-0.024,0.277 0.014,0.027-0.045,-0.315-0.080,-0.015-0.020,-0.125-0.040,-0.035-0.036,-0.353-0.016,0.409-0.046,-0.040-0.057,-0.013-0.093,-0.029-0.081,0.014-0.069,0.010-0.057,-0.375 0.280,0.356-0.372,-0.030-0.055,-0.022-0.040,-0.014-0.027,-0.009-0.034,-0.004-0.002,0.037-0.135,-0.039-0.017,-0.007-0.157,-0.066-0.011,-0.117 0.191,-0.038 0.000</inkml:trace>
</inkml:ink>
</file>

<file path=ppt/ink/ink8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2152.000 642.000,'0.000'-0.074,"0.000"-0.115,0.000-0.134,0.000-0.099,0.000-0.069,0.000 0.125,0.000-0.021,0.000-0.128,0.000 0.000</inkml:trace>
</inkml:ink>
</file>

<file path=ppt/ink/ink8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2139.000 607.000,'-0.037'0.025,"-0.060"0.040,-0.072 0.048,-0.075 0.050,-0.072 0.048,0.059 0.015,-0.003 0.059,-0.011 0.034,-0.016 0.014,-0.002 0.052,0.009 0.043,-0.018 0.107,0.030 0.031,-0.013 0.066,0.004 0.041,0.011-0.068,-0.008 0.008,0.194-0.433,-0.347 0.761,-0.005 0.029,0.025-0.021,0.319-0.749,-0.229 0.507,0.005-0.002,-0.176 0.285,0.009-0.047,0.146-0.296,-0.004-0.033,-0.082 0.188,0.035-0.010,0.056-0.107,0.001-0.022,0.036-0.065,-0.012 0.010,-0.125 0.329,0.034-0.001,0.051-0.045,0.059-0.168,0.006-0.003,-0.053 0.034,-0.046 0.013,0.018-0.081,-0.027-0.013,-0.024-0.016,-0.021-0.018,0.000-0.018,0.015-0.018,-0.049 0.064,0.006-0.024,0.026 0.023,0.039 0.009,-0.039 0.013,0.000-0.057,0.010-0.073,0.016 0.000</inkml:trace>
</inkml:ink>
</file>

<file path=ppt/ink/ink8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2162.000 636.000,'0.000'0.011,"0.000"0.017,0.000 0.019,0.000 0.019,0.000 0.017,0.000 0.014,0.000 0.012,0.000 0.009,0.000 0.006,0.000 0.004,0.000 0.003,0.000 0.001,0.000 0.001,0.000 0.000,0.000 0.000,0.000 0.000,0.000-0.001,0.000-0.001,0.000 0.000,0.000 0.000,0.000 0.000,0.000 0.000,0.000 0.000,0.000-0.036,0.000 0.042,0.000-0.085,0.000 0.269,0.000 0.089,0.000 0.037,0.000 0.068,0.000 0.230,0.000 0.041,0.000-0.096,0.000 0.052,0.000 0.145,0.000 0.010,0.000-0.012,0.000-0.026,0.000 0.233,0.000-0.032,-0.018-0.366,-0.031-0.061,-0.035 0.024,-0.016-0.054,-0.007 0.004,0.000-0.002,-0.018-0.007,-0.031-0.009,0.115-0.440,-0.126 0.391,-0.032 0.015,-0.035-0.009,-0.036-0.026,-0.084 0.071,-0.040-0.030,-0.010 0.023,0.012 0.013,0.003 0.004,-0.003-0.002,0.043-0.061,-0.010-0.009,0.255-0.376,-0.316 0.460,-0.012-0.025,0.008-0.090,-0.037-0.012,-0.179 0.124,-0.024-0.016,0.143-0.105,-0.002 0.020,0.371-0.362,-0.406 0.371,-0.021 0.007,-0.099 0.080,-0.003-0.001,-0.096 0.016,-0.002-0.058,0.023 0.000</inkml:trace>
</inkml:ink>
</file>

<file path=ppt/ink/ink8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2170.000 597.000,'0.000'0.042,"0.000"0.064,0.000 0.073,0.000 0.072,0.000 0.065,0.000 0.056,0.000 0.016,0.000 0.034,0.000 0.045,0.000-0.001,0.000-0.011,0.000-0.073,0.000 0.006,0.000-0.035,0.000 0.013,0.000-0.034,0.000 0.015,0.000 0.053,0.000 0.043,0.000 0.198,0.000 0.014,0.000-0.011,0.000 0.056,0.000-0.053,0.000-0.059,-0.060-0.063,-0.037 0.018,0.024-0.176,-0.005 0.007,-0.076 0.140,-0.029 0.010,-0.012-0.001,0.001-0.010,0.010-0.016,0.035-0.070,0.014-0.004,0.001 0.061,0.021 0.001,0.029-0.059,0.014 0.004,0.013 0.041,0.012 0.032,0.032-0.355,-0.019 0.418,0.009 0.036,0.006 0.164,0.008 0.043,-0.018 0.040,-0.035-0.012,-0.022 0.070,-0.012 0.031,0.009-0.098,0.001 0.020,-0.029 0.458,0.013 0.010,0.016-0.042,0.017-0.023,0.015-0.083,0.014-0.115,0.020-0.440,0.004-0.015,-0.001 0.352,0.007-0.080,0.005-0.091,0.004-0.092,0.002-0.086,0.001-0.075,0.000-0.140,0.000-0.018,0.000 0.028,0.000-0.032,0.000-0.032,0.000-0.030,0.000-0.027,0.046-0.064,0.078-0.030,0.097-0.007,0.058 0.010,0.130 0.014,0.069-0.013,0.040-0.020,0.072-0.008,-0.029-0.031,-0.049-0.030,-0.059-0.027,-0.062-0.023,-0.059-0.019,-0.053-0.015,-0.045-0.011,-0.018-0.008,-0.007-0.006,0.004-0.004,0.011-0.002,0.015-0.001,0.016 0.000,-0.046-0.015,0.016-0.030,0.221-0.109,0.108-0.054,-0.100-0.020,0.001-0.061,0.195-0.202,0.034-0.049,-0.067 0.013,0.001-0.009,0.018-0.051,-0.017-0.032,-0.092 0.066,-0.011-0.007,0.062-0.109,-0.012 0.012,-0.081 0.114,-0.007 0.043,0.063-0.054,-0.006 0.040,-0.054 0.052,-0.008-0.011,0.158-0.153,-0.023-0.002,-0.150 0.146,-0.009 0.003,-0.326 0.347,0.350-0.459,-0.047-0.021,-0.095 0.034,-0.043-0.029,0.073-0.265,-0.029-0.037,-0.081 0.222,0.004 0.039,-0.006-0.038,-0.014-0.021,0.017-0.044,0.004-0.023,0.153-0.266,0.058 0.034,-0.044 0.109,-0.014 0.016,0.018-0.064,-0.008-0.024,-0.018 0.091,0.029-0.010,0.006-0.011,-0.011-0.011,0.143-0.372,-0.021-0.026,-0.115 0.312,-0.010 0.033,0.114-0.240,-0.008 0.039,-0.089 0.183,-0.042 0.061,-0.305 0.698,0.224-0.580,-0.009 0.032,0.098-0.253,-0.053 0.104,-0.060 0.110,-0.047 0.094,-0.075 0.199,-0.065 0.190,-0.054 0.167,-0.042 0.139,-0.031 0.109,-0.022 0.081,-0.014 0.057,-0.008 0.037,-0.004 0.022,-0.001 0.011,0.001 0.003,0.002-0.002,0.002-0.004,0.002-0.006,0.002-0.006,0.002-0.006,0.002-0.005,0.001-0.004,0.001-0.003,-0.007-0.037,-0.036 0.061,-0.004 0.043,-0.009 0.064,0.073-0.273,-0.205 0.619,-0.028 0.090,0.044-0.158,-0.018 0.060,0.171-0.513,-0.153 0.468,-0.019 0.031,0.159-0.470,-0.211 0.686,0.005 0.049,-0.059 0.430,0.036 0.048,0.059-0.302,0.001-0.008,-0.114 0.398,-0.007-0.014,0.039-0.328,-0.039-0.035,-0.073 0.195,0.007-0.020,-0.052 0.189,0.001-0.017,0.109-0.380,-0.004-0.055,0.011 0.010,0.021-0.014,0.254-0.768,-0.216 0.795,0.034 0.002,-0.021 0.281,0.058-0.076,0.087-0.279,0.030-0.010,0.009-0.008,-0.007-0.043,-0.019 0.122,0.006-0.040,-0.013 0.017,-0.025-0.039,0.132-0.773,-0.135 0.645,-0.029-0.028,-0.083 0.253,0.001-0.035,0.023-0.120,-0.018-0.022,-0.022-0.013,-0.025-0.053,0.040-0.045,0.009 0.037,-0.018 0.190,0.030 0.020,-0.013 0.034,0.004-0.005,0.011-0.092,-0.008 0.017,-0.102 0.285,-0.023-0.057,0.028-0.207,-0.018-0.074,0.017-0.109,-0.010-0.003,0.273-0.624,-0.305 0.636,-0.003-0.005,0.013-0.018,0.024-0.026,0.052-0.116,0.007-0.003,-0.191 0.339,0.011-0.046,0.116-0.280,0.000-0.068,0.278-0.476,-0.331 0.503,-0.004-0.072,-0.006-0.033,-0.006-0.051,-0.007-0.062,-0.006-0.066,0.072-0.083,0.024-0.018,-0.035 0.012,0.008-0.038,0.001-0.040,-0.004-0.040,-0.143 0.003,0.031-0.061,0.042-0.049,0.045-0.038,0.057-0.028,0.051-0.019,0.046-0.012,0.040-0.007,0.032-0.003,0.024-0.001,0.018 0.001,-0.040 0.003,-0.093 0.002,-0.083 0.001,-0.004 0.002,0.026 0.002,0.042 0.002,0.047 0.001,0.046 0.001,0.042 0.001,0.035 0.000,0.028 0.000,0.021 0.000,0.015 0.000,0.010 0.000,0.006 0.000,0.003 0.000,0.001 0.000,0.003-0.040,-0.017-0.065,-0.021-0.080,-0.023-0.085,-0.034-0.134,0.002-0.050,0.012-0.023,0.033 0.073,0.014 0.009,0.015 0.014,0.014 0.000</inkml:trace>
</inkml:ink>
</file>

<file path=ppt/ink/ink8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2214.000 601.000,'0.006'0.018,"0.009"0.027,0.010 0.031,0.010 0.030,0.009 0.028,0.008 0.024,0.007 0.019,0.005 0.015,0.004 0.011,0.003 0.008,0.002 0.005,0.001 0.003,0.000 0.001,0.000 0.000,0.028 0.046,0.049 0.091,0.021 0.069,0.000 0.049,-0.020-0.010,-0.017-0.005,-0.021-0.018,-0.021-0.024,-0.029-0.003,-0.013 0.073,0.019 0.460,0.016 0.127,0.024 0.026,0.027-0.038,-0.022-0.182,-0.005-0.016,0.010 0.322,-0.020 0.017,-0.021 0.081,-0.020 0.024,-0.017 0.031,-0.014-0.056,-0.015-0.509,-0.004-0.041,-0.002 0.363,-0.005-0.077,-0.003-0.105,0.001-0.745,-0.002 0.413,0.000-0.011,-0.002 0.222,0.000-0.036,0.000-0.042,0.000-0.043,0.003-0.538,-0.002 0.561,0.000 0.001,-0.059-0.021,-0.036 0.022,-0.020-0.099,-0.032-0.043,-0.031-0.057,-0.040 0.011,0.001-0.035,-0.018 0.110,0.031-0.008,0.036-0.032,0.036-0.044,0.016-0.036,0.009-0.063,0.000-0.059,-0.005-0.051,-0.008-0.042,-0.009-0.033,0.028-0.006,0.009 0.070,-0.137 0.108,-0.094-0.007,0.006-0.030,0.009 0.014,-0.082 0.166,-0.060 0.104,-0.052 0.132,0.041 0.017,0.060-0.066,0.059-0.098,0.056-0.114,0.050-0.114,0.041-0.103,0.032-0.088,0.025-0.071,0.017-0.055,0.012-0.040,-0.116 0.012,-0.126 0.017,0.243-0.045,-0.469 0.093,-0.071 0.043,-0.225 0.079,-0.045 0.056,0.714-0.225,-0.528 0.191,0.017 0.029,-0.099 0.079,0.041 0.034,0.042 0.005,0.041 0.000</inkml:trace>
</inkml:ink>
</file>

<file path=ppt/ink/ink8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00b0f0"/>
      <inkml:brushProperty name="ignorePressure" value="0"/>
    </inkml:brush>
  </inkml:definitions>
  <inkml:trace contextRef="#ctx0" brushRef="#br0">2198.000 652.000,'0.041'0.014,"0.064"0.022,0.076 0.025,0.078 0.026,0.074 0.000</inkml:trace>
</inkml:ink>
</file>

<file path=ppt/ink/ink9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2166.000 420.000,'0.004'0.006,"0.006"0.009,0.007 0.010,0.006 0.009,0.005 0.008,0.005 0.007,0.004 0.006,0.003 0.004,0.002 0.003,0.001 0.002,0.001 0.001,0.000 0.001,0.000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0.000,0.019-0.008,0.060 0.028,0.109 0.047,0.061 0.011,0.044 0.000,-0.039 0.058,0.027 0.074,0.131 0.265,-0.020 0.091,-0.042 0.034,-0.054-0.005,-0.047-0.114,0.038-0.009,0.145 0.364,-0.029 0.062,-0.014-0.017,-0.015 0.012,-0.040 0.121,-0.053 0.035,-0.257-0.895,0.236 0.834,-0.012 0.038,0.034 0.095,0.004 0.008,-0.017-0.051,-0.030-0.088,-0.037-0.003,-0.039-0.005,-0.053-0.145,-0.029-0.039,-0.004 0.305,-0.040-0.093,-0.031-0.130,-0.023-0.140,0.003-0.184,0.020-0.098,0.028-0.083,0.031-0.067,0.070 0.041,0.065 0.055,0.063 0.036,0.055 0.021,0.046 0.011,0.037 0.003,-0.061-0.010,0.020 0.088,-0.310-0.476,0.322 0.562,0.016 0.004,-0.059-0.047,-0.026 0.007,-0.034-0.011,-0.232-0.492,0.207 0.541,-0.001 0.048,0.085 0.259,0.020-0.029,-0.087-0.239,-0.021-0.050,-0.028-0.052,-0.019-0.114,0.000-0.026,0.156 0.238,0.025-0.051,-0.123-0.221,-0.021-0.030,-0.028-0.026,-0.036-0.063,0.006 0.000</inkml:trace>
</inkml:ink>
</file>

<file path=ppt/ink/ink9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2203.000 419.000,'-0.012'0.000,"-0.019"0.000,-0.021 0.000,-0.021 0.000,-0.020 0.000,-0.017 0.000,-0.014 0.000,-0.010 0.000,-0.008 0.000,-0.006 0.000,-0.003 0.000,-0.002 0.000,-0.001 0.000,0.000 0.000,0.000 0.000,0.001 0.000,0.000 0.000,0.001 0.000,0.001 0.000,0.000 0.000,-0.003 0.024,-0.068 0.039,-0.019 0.047,-0.045 0.037,-0.118 0.121,-0.036 0.082,-0.003 0.024,-0.045 0.038,0.345-0.294,-0.421 0.306,-0.044-0.009,-0.172 0.125,-0.047 0.021,0.089-0.025,-0.002 0.033,-0.029 0.040,-0.012 0.008,-0.035 0.020,-0.015-0.008,-0.265 0.221,0.046 0.007,0.167-0.108,0.054-0.021,0.108-0.093,0.012-0.024,-0.056 0.059,0.068-0.029,0.034-0.027,0.055-0.025,-0.003-0.022,0.003-0.019,0.099-0.081,0.036-0.008,0.044-0.004,0.048-0.002,-0.060 0.089,-0.007-0.009,-0.008 0.016,-0.008-0.015,0.034-0.076,-0.002-0.006,-0.091 0.109,0.004 0.028,0.067-0.080,0.000-0.023,0.319-0.346,-0.356 0.386,-0.024 0.003,-0.018 0.019,-0.012-0.006,-0.134 0.094,-0.033-0.019,-0.246 0.197,0.096-0.050,0.348-0.283,0.028-0.020,-0.066 0.048,0.028-0.014,0.099-0.070,0.041-0.003,0.008 0.000,0.019 0.003,0.252-0.308,-0.277 0.287,-0.021-0.027,-0.213 0.149,0.049-0.048,0.077-0.042,0.124-0.122,0.019 0.000,0.047-0.051,-0.004-0.018,-0.010 0.014,-0.015 0.001,-0.162 0.168,-0.003 0.004,0.010-0.030,0.099-0.065,-0.004-0.005,0.016 0.004,0.029 0.011,0.052-0.051,0.000-0.016,-0.100 0.055,0.001-0.048,0.004-0.050,-0.030 0.020,0.060 0.007,0.068 0.025,0.066 0.034,0.063-0.035,0.027-0.010,0.018-0.018,0.010-0.021,0.005-0.022,0.001-0.021,-0.001-0.019,-0.003 0.000</inkml:trace>
</inkml:ink>
</file>

<file path=ppt/ink/ink9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2139.000 408.000,'0.032'0.000,"0.052"0.000,0.061 0.000,0.063 0.000,0.061 0.000,0.055 0.000,0.066 0.000,0.023 0.000,0.009 0.000,-0.030 0.000,0.044 0.000,0.228 0.000,0.024 0.000,-0.057 0.004,-0.082 0.007,-0.097 0.007,-0.098 0.007,-0.090 0.007,-0.078 0.006,-0.063 0.004,-0.049 0.003,-0.037 0.003,-0.025 0.002,-0.016 0.001,-0.010 0.001,-0.005 0.000,-0.001 0.000,0.001 0.000,0.002 0.000,0.003 0.000,0.003 0.000,0.003 0.000,0.002 0.000,0.015 0.020,0.022 0.035,0.024 0.040,0.024 0.040,0.022 0.037,0.019 0.032,0.100 0.150,0.036 0.089,-0.047-0.129,0.030 0.000</inkml:trace>
</inkml:ink>
</file>

<file path=ppt/ink/ink9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2148.000 414.000,'2.000'0.000</inkml:trace>
</inkml:ink>
</file>

<file path=ppt/ink/ink9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2140.000 419.000,'0.009'0.000,"0.013"0.000,0.014 0.000,0.014 0.000,0.012 0.000,0.010 0.000,0.008 0.000,0.006 0.000,0.004 0.000,0.003 0.000,0.002 0.000,0.001 0.000,0.000 0.000,0.000 0.000,0.000 0.000,0.000 0.000,0.000 0.000,0.000 0.000,0.000 0.000,0.000 0.000,0.000 0.000,0.000 0.000,0.000 0.000,0.000 0.000,0.000 0.000,0.000 0.000,0.000 0.000,0.000 0.000,0.000 0.000,0.000 0.000,0.000 0.000,0.000 0.000,0.022 0.000,0.060 0.000,0.071 0.000,0.050 0.000,0.052 0.000,0.108 0.000,-0.013 0.000,-0.039 0.000,-0.051 0.000,-0.053 0.000,-0.050 0.000,-0.044 0.000,-0.036 0.000,-0.028 0.000,-0.021 0.000</inkml:trace>
</inkml:ink>
</file>

<file path=ppt/ink/ink9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2146.000 419.000,'2.000'0.000</inkml:trace>
</inkml:ink>
</file>

<file path=ppt/ink/ink9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2224.000 411.000,'-0.016'0.011,"-0.025"0.016,-0.028 0.019,-0.028 0.019,-0.026 0.017,-0.022 0.015,-0.018 0.012,-0.014 0.010,-0.011 0.007,-0.008 0.005,-0.005 0.003,-0.003 0.002,-0.001 0.001,-0.001 0.000,0.000 0.000,0.034 0.009,-0.025 0.069,-0.036 0.003,-0.055 0.014,-0.133 0.100,-0.009 0.033,0.108-0.063,0.021 0.021,0.216-0.231,-0.293 0.349,-0.028 0.053,0.033-0.015,-0.018 0.018,0.282-0.354,-0.331 0.387,-0.039-0.001,-0.084 0.073,0.016-0.007,0.097-0.082,0.038-0.006,0.025-0.023,0.015-0.035,-0.021 0.080,0.042 0.010,0.080-0.064,0.037 0.004,0.000 0.003,0.009 0.003,-0.071 0.114,-0.015-0.053,-0.025 0.001,0.032-0.054,0.043 0.000</inkml:trace>
</inkml:ink>
</file>

<file path=ppt/ink/ink9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2209.000 428.000,'2.000'0.000</inkml:trace>
</inkml:ink>
</file>

<file path=ppt/ink/ink9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2230.000 413.000,'-0.032'0.011,"-0.049"0.016,-0.055 0.018,-0.054 0.018,-0.049 0.016,-0.042 0.014,-0.033 0.011,-0.026 0.009,-0.012 0.023,-0.008 0.031,-0.002 0.033,0.119-0.049,-0.013 0.027,-0.019 0.050,-0.022 0.029,-0.006 0.031,0.007 0.031,-0.022 0.084,0.030 0.032,-0.177 0.256,-0.044-0.005,0.157-0.221,-0.009 0.022,-0.047 0.035,-0.039 0.008,-0.031 0.005,-0.024 0.002,-0.072 0.124,0.027 0.026,-0.044 0.131,0.083-0.046,0.089-0.069,0.086-0.079,0.079 0.000</inkml:trace>
</inkml:ink>
</file>

<file path=ppt/ink/ink9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56:25"/>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2216.000 429.000,'-0.014'0.041,"-0.021"0.065,-0.025 0.076,-0.026 0.078,-0.025 0.000</inkml:trace>
</inkml:ink>
</file>

<file path=ppt/ink/ink10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248.000 1202.000,'2.000'0.000</inkml:trace>
</inkml:ink>
</file>

<file path=ppt/ink/ink10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648.000 994.000,'0.007'0.000,"0.011"0.000,0.012 0.000,0.012 0.000,0.011 0.000,0.009 0.000,0.007 0.000,0.005 0.000,0.004 0.000,0.003 0.000,0.002 0.000,0.001 0.000,0.000 0.000,0.000 0.000,0.000 0.000,0.000 0.000,0.000 0.000,0.000 0.000,0.000 0.000,0.000 0.000,0.000 0.000,0.000 0.000,0.000 0.000,0.000 0.000,0.000 0.000,0.000 0.000,0.000 0.000,0.000 0.000,0.000 0.000,0.000 0.000,0.000 0.000,0.000 0.000,0.000 0.000,0.000 0.000,0.000 0.000,0.000 0.000,0.000 0.000,0.007 0.000,0.028 0.000,0.033 0.000,0.034 0.000,0.033 0.000,0.029 0.000,0.121 0.000,0.082 0.000,0.056-0.074,0.036-0.042,-0.103 0.011,-0.002-0.003,-0.006 0.003,0.104-0.020,-0.042 0.017,-0.050 0.019,-0.050 0.019,-0.047 0.017,-0.059 0.018,-0.006 0.010,0.004 0.008,0.010 0.006,0.013 0.005,-0.002-0.011,0.000-0.022,-0.003-0.027,-0.005-0.030,0.009-0.014,0.017-0.003,-0.026 0.016,0.009 0.007,0.008 0.009,0.014 0.010,0.018 0.011,0.012 0.010,0.008 0.010,0.004 0.009,0.162-0.054,0.061-0.029,0.021-0.013,-0.007-0.001,-0.029 0.019,0.023 0.009,0.012 0.011,0.003 0.012,-0.003 0.012,-0.008 0.012,0.140 0.006,0.000 0.013,-0.027 0.010,0.062 0.008,-0.087 0.008,-0.092 0.006,-0.087 0.004,-0.018 0.001,0.019 0.001,0.085-0.037,0.047-0.058,0.166-0.030,0.083-0.011,0.027 0.009,0.002 0.010,-0.043 0.014,-0.071 0.016,-0.105 0.001,0.030-0.029,0.010-0.015,-0.004-0.005,-0.022 0.003,-0.034 0.008,-0.041 0.011,0.002 0.006,-0.053 0.016,-0.051 0.016,0.040-0.016,0.008-0.034,0.066-0.033,-0.012-0.001,0.042-0.003,-0.030 0.022,-0.141 0.042,-0.016 0.017,-0.072 0.021,-0.016 0.012,-0.015 0.010,0.116 0.006,0.010 0.010,-0.012 0.008,-0.025 0.006,0.163 0.004,0.084 0.003,0.044 0.002,0.015 0.001,-0.005 0.000,-0.173-0.001,-0.016 0.000,0.157 0.000,-0.062-0.001,-0.068-0.001,-0.174-0.001,-0.043 0.000,-0.038 0.000,-0.033 0.000,0.004 0.000,-0.001 0.000,0.009 0.000,0.015 0.000,0.051 0.000,0.001 0.000,-0.006 0.000,-0.001 0.000,-0.053 0.000,-0.059 0.000,-0.058 0.000,-0.052 0.000,-0.044 0.000,-0.035 0.000,-0.027 0.000,-0.019 0.000,-0.013 0.000,-0.008 0.000,-0.004 0.000,-0.002 0.000,0.000 0.000,0.001 0.000,0.002 0.000,0.002 0.000,0.002 0.000,0.002 0.000,0.001 0.000,0.001 0.000,0.024 0.000,0.037 0.000,0.042 0.000,0.041 0.000,0.037 0.000,0.032 0.000,0.005 0.000,0.061 0.000,0.065 0.000,0.024 0.000,0.008 0.000,-0.004 0.000,0.012 0.000,-0.019 0.000,-0.023 0.000,-0.023 0.000,-0.085 0.000,0.005 0.000,0.084 0.000,-0.004 0.000,-0.010 0.000,-0.013 0.000,-0.037 0.000,0.010 0.000,0.059 0.000,0.021 0.000,-0.039 0.000,0.042 0.000,0.230 0.000,0.072 0.000,0.066 0.000,0.059 0.000,-0.080 0.000,0.086 0.000,0.399 0.024,0.189 0.039,0.351 0.119,0.213 0.076,0.620 0.205,0.156 0.089,-0.094 0.007,0.049 0.023,0.119 0.059,-0.025 0.036,1.081 0.331,-0.285-0.043,-0.777-0.161,-0.221-0.008,-0.132 0.004,-0.391-0.096,-0.391-0.112,-0.363-0.114,-0.320-0.107,-0.270-0.095,-0.218-0.081,-0.169-0.066,-0.111-0.050,-0.092-0.045,-0.053-0.030,-0.024-0.019,-0.004-0.010,0.009-0.004,0.016 0.000,0.019 0.003,0.019 0.004,0.017 0.005,0.015 0.004,0.012 0.004,0.010 0.003,0.007 0.003,0.005 0.002,-0.003 0.002,0.025 0.001,0.028 0.001,0.029 0.000,0.027 0.000,0.047 0.000,0.033 0.000,-0.058 0.000,0.022 0.000,0.023 0.000,0.022 0.000,-0.033 0.000,0.017 0.000,0.146 0.000,0.031 0.000,0.005 0.000,-0.013 0.000,-0.042 0.000,-0.007 0.000,0.065 0.000,0.007 0.000,-0.012 0.000,-0.025 0.000,0.056 0.000,-0.043 0.000,-0.043 0.000,-0.164 0.000,-0.004 0.000,0.109 0.000,-0.026 0.000,-0.032 0.000,-0.033 0.000,-0.032 0.000,0.041 0.000,0.065 0.000,-0.008 0.000,0.059 0.000,0.090 0.000,0.061 0.000,0.038 0.000,0.019 0.000,0.052 0.000,0.026 0.000,0.041 0.000,-0.034 0.000,-0.051 0.000,-0.060 0.000,-0.002 0.000,-0.079 0.000,-0.074 0.000,-0.065 0.000,-0.009 0.000,-0.047 0.000,-0.033 0.000,-0.044 0.000,0.040 0.000,-0.016 0.000,0.027 0.000,0.314 0.000,0.051 0.000,-0.001 0.000,0.056 0.000,-0.040 0.000,-0.081 0.000,-0.098 0.000,-0.100 0.000,-0.092 0.000,-0.079 0.000,-0.064 0.000,-0.049 0.000,-0.036 0.000,-0.045 0.000,0.037 0.000,0.104 0.000,0.048 0.000,0.037 0.000,0.134 0.000,0.039 0.000,0.026 0.000,0.015 0.000,-0.005 0.000,-0.017 0.000,-0.024 0.000,-0.003 0.000,-0.050 0.000,-0.050 0.000,-0.046 0.000,-0.040 0.000,-0.045 0.014,0.002 0.022,0.012 0.025,0.017 0.026,0.019 0.025,0.045 0.059,-0.008 0.047,-0.017 0.045,-0.020 0.039,-0.021 0.032,-0.015 0.041,0.021 0.015,-0.005-0.025,0.029 0.018,0.001 0.019,-0.018 0.019,-0.056-0.033,-0.028 0.015,-0.006-0.008,0.010-0.024,-0.160-0.276,0.220 0.444,-0.029 0.008,-0.038-0.013,-0.051-0.139,0.017 0.001,0.026 0.056,-0.009 0.008,0.039 0.138,0.011-0.017,0.015-0.059,-0.071-0.057,-0.014 0.054,-0.018 0.085,-0.020 0.056,-0.009 0.123,-0.025 0.011,-0.023-0.010,-0.020-0.023,-0.020-0.061,-0.011 0.007,-0.008 0.379,-0.012 0.027,-0.008-0.048,-0.002-0.308,-0.002-0.043,-0.002 0.038,0.000-0.049,0.001-0.113,0.000-0.029,0.001 0.016,0.001 0.000,0.001-0.011,0.000 0.068,0.001-0.036,0.001-0.040,0.001-0.101,0.000-0.013,0.000 0.120,0.000-0.035,0.000-0.037,0.000-0.036,0.000-0.032,0.000-0.027,0.000-0.102,0.000 0.007,0.000 0.022,0.000-0.001,0.000-0.005,0.000-0.006,0.000 0.136,0.000 0.057,0.000-0.132,0.000 0.018,0.000 0.199,0.000 0.055,0.000-0.048,0.000 0.012,0.000 0.029,0.000-0.026,0.000-0.037,0.000-0.043,0.000-0.058,0.000-0.018,0.000 0.029,0.000 0.014,0.000 0.002,0.000-0.060,0.000 0.004,-0.037 0.161,-0.058-0.061,-0.122 0.087,-0.081 0.028,-0.048-0.011,-0.024-0.036,-0.039 0.075,-0.003-0.007,0.005-0.033,0.037-0.086,0.038-0.088,0.042-0.092,0.041-0.087,0.038-0.077,0.032-0.065,0.026-0.052,0.020-0.040,0.015-0.029,0.011-0.020,-0.031 0.013,-0.062 0.032,-0.074 0.041,-0.064 0.020,-0.053 0.005,0.011 0.021,-0.045 0.025,-0.028 0.010,-0.022 0.046,-0.017 0.023,-0.046 0.026,0.007-0.010,0.016-0.021,-0.007 0.039,0.010 0.004,0.015-0.041,-0.030-0.019,-0.020 0.024,-0.012 0.006,-0.006-0.008,-0.001-0.017,-0.020-0.011,0.029-0.029,0.036-0.029,0.039-0.029,0.051-0.030,0.013-0.021,-0.045-0.014,0.002-0.019,-0.126-0.015,-0.042-0.014,0.090-0.008,-0.047-0.005,-0.004 0.034,-0.072 0.024,-0.268 0.042,-0.029 0.012,0.741-0.086,-0.628 0.079,-0.095 0.028,-0.253 0.040,-0.052 0.007,-0.136-0.004,-0.048-0.011,0.018-0.015,0.008-0.018,0.048-0.019,1.013-0.085,-1.186 0.070,0.057-0.022,-0.206-0.013,0.153-0.022,0.193-0.017,0.445-0.013,0.107-0.005,0.097-0.004,-0.047-0.004,0.039-0.002,0.059-0.001,-0.007 0.000,0.002 0.000,0.007 0.000,-0.183 0.000,-0.053 0.001,0.146 0.002,-0.026 0.000,-0.339 0.000,0.029 0.001,0.837 0.002,-0.449-0.001,-0.015 0.000,-0.354 0.000,0.021 0.000,0.000 0.000,0.045 0.000,0.073 0.000,0.088 0.000,0.226 0.000,0.038 0.000,-0.085 0.000,0.000 0.000,-0.190 0.000,-0.057 0.000,-0.394 0.000,-0.121 0.000,-0.042 0.000,0.339 0.000,0.015 0.000,0.804 0.000,-0.845 0.000,0.013 0.000,0.046 0.000,0.141 0.000,0.022 0.000,-0.525 0.000,0.074 0.000,0.221 0.000,0.109 0.000,0.089 0.000,0.142 0.000,0.132 0.000,0.115 0.000,0.154 0.000,0.044 0.000,0.031 0.000,-0.022 0.000,-0.048 0.000,-0.048 0.000,-0.220 0.000,-0.104 0.000,-0.189 0.000,-0.071 0.000,-0.082 0.000,-0.008 0.000,0.082 0.000,0.012 0.000,0.082 0.000,0.064 0.000,0.073 0.000,0.070 0.000,0.017 0.000,-0.215 0.000,0.005 0.000,-0.050 0.000,0.066 0.000,0.320 0.000,-0.001 0.000,-0.181 0.000,-0.006 0.000,0.020 0.000,-0.059 0.000,-0.002 0.000,0.624 0.000,-0.953 0.000,-0.021 0.000,0.245 0.000,-0.031 0.000,0.209 0.000,-0.015 0.000,0.497 0.000,-0.797 0.000,-0.004 0.000,0.149 0.000,0.028 0.000,-0.124 0.000,0.084 0.000,0.094 0.000,0.095 0.000,0.092 0.000,0.084 0.000,0.074 0.000,0.064 0.000,0.059 0.000,0.018 0.000,0.005 0.000,-0.004 0.000,-0.058 0.000,-0.046 0.000,-0.100 0.000,-0.028 0.000,0.004 0.000,-0.039 0.000,-0.164 0.000,-0.044 0.000,-0.142-0.011,0.080-0.016,0.113-0.018,0.123-0.018,0.119-0.016,0.106-0.014,0.090-0.011,0.072-0.009,0.038 0.005,0.012 0.012,-0.004 0.015,-0.013 0.016,-0.018 0.015,-0.019 0.014,-0.050-0.025,-0.019-0.050,0.256 0.087,-0.395-0.149,-0.047-0.061,0.083 0.033,-0.017 0.000,-0.015-0.038,-0.012-0.016,-0.057-0.031,0.018 0.018,0.027 0.028,0.032 0.033,0.003 0.020,0.059 0.041,0.059 0.037,0.055 0.032,0.048 0.026,0.040 0.020,0.032 0.015,0.024 0.011,0.018 0.007,0.012 0.005,-0.009-0.012,-0.028-0.021,-0.036-0.025,-0.039-0.027,-0.038-0.026,0.013 0.010,-0.033-0.001,-0.137-0.096,-0.075-0.076,-0.058-0.022,-0.054-0.047,-0.081-0.018,-0.049 0.004,-0.072-0.028,-0.037-0.002,-0.118-0.086,0.018 0.001,-0.007-0.031,0.037 0.008,0.064 0.035,0.078 0.050,0.175 0.106,0.007 0.005,-0.166-0.070,-0.048-0.003,-0.214-0.116,-0.018-0.049,0.082 0.057,-0.002 0.021,-0.051-0.034,0.011-0.025,-0.085-0.056,0.060 0.039,-0.080-0.031,0.178 0.102,0.182 0.102,0.169 0.093,0.146 0.079,0.119 0.064,0.092 0.049,0.067 0.036,0.047 0.025,0.030 0.015,0.017 0.009,0.008 0.004,0.002 0.000,-0.002-0.002,-0.009-0.009,-0.046-0.001,-0.205 0.004,-0.085-0.003,-0.048-0.003,0.048-0.013,0.010-0.019,0.020-0.021,0.025-0.022,0.027-0.021,0.026-0.019,0.003-0.030,0.053-0.001,0.051 0.007,0.046 0.010,0.038 0.012,0.031 0.012,0.023 0.011,0.017 0.009,0.011 0.007,0.007 0.006,0.004 0.004,0.002 0.003,0.000 0.002,-0.001 0.001,-0.001 0.000,-0.002 0.000,-0.002 0.000,-0.001 0.000,-0.001 0.000,-0.001 0.000,-0.001 0.000,-0.001 0.000,0.000 0.000,0.000 0.000,0.000 0.000,0.000 0.000,0.000 0.000,0.000 0.000,0.000 0.000,0.000 0.000,0.000 0.000,0.000 0.000,0.000 0.000,0.000 0.000,0.000 0.000,0.000-0.012,0.000-0.023,0.000-0.027,0.000-0.027,0.000-0.025,0.000-0.022,0.000-0.018,0.000-0.015,0.000-0.037,0.000-0.018,0.000-0.016,0.000-0.013,0.000-0.010,0.000-0.007,0.000 0.014,0.000 0.025,0.000 0.030,0.000 0.030,0.000 0.027,0.000 0.023,0.000 0.019,0.000 0.014,0.000 0.017,0.000 0.013,0.000 0.011,0.000 0.009,0.000 0.007,0.000 0.005,0.000 0.004,0.000 0.002,0.000 0.001,0.000 0.001,0.000 0.000,0.000 0.000,0.000 0.000,0.000 0.000,0.000 0.000,0.000 0.000,0.000 0.000,0.000 0.000,0.000 0.000,0.000 0.000,0.000 0.000,0.000 0.000,0.000 0.000,0.000 0.000,0.000 0.000,0.000 0.000,-0.011-0.015,-0.016-0.023,-0.018-0.025,-0.018-0.025,-0.016-0.023,-0.014-0.019,-0.011-0.016,-0.009-0.012,0.041 0.051,0.004-0.052,-0.007-0.109,0.010-0.036,0.010-0.018,0.010-0.005,0.011 0.016,0.007-0.010,-0.055-0.065,-0.030-0.013,-0.019-0.007,-0.001 0.027,0.008 0.037,0.013 0.040,0.016 0.040,0.017 0.038,0.014 0.017,0.016 0.022,0.014 0.015,0.011 0.010,0.009 0.005,0.007 0.002,0.005 0.000,0.003-0.002,-0.012-0.040,-0.021-0.012,-0.025-0.012,-0.025-0.011,-0.022-0.009,-0.019-0.007,0.028 0.074,0.005 0.001,0.008 0.000,0.010 0.000,0.005-0.029,0.014 0.007,0.013 0.009,0.011 0.010,0.009 0.010,0.007-0.035,0.007-0.005,0.005-0.008,0.003-0.009,0.002-0.009,0.001-0.008,0.000 0.044,0.000 0.011,0.000 0.013,0.000 0.014,0.000 0.013,0.000 0.012,0.000-0.008,0.000-0.010,0.000-0.014,0.000-0.016,0.000-0.016,0.000-0.015,0.000-0.007,0.000 0.021,0.000 0.029,0.000 0.031,0.000 0.030,0.000 0.027,0.000 0.023,0.000 0.019,0.000 0.014,0.000 0.011,0.000 0.007,0.000 0.005,0.000 0.003,0.000-0.010,0.000-0.033,0.000-0.040,0.000-0.042,0.000-0.041,0.000-0.086,0.000-0.018,0.000-0.003,0.000 0.007,0.000 0.027,0.000 0.032,0.000 0.034,0.000 0.032,0.000 0.028,0.000 0.024,0.000 0.019,0.000 0.014,0.000 0.010,0.000 0.007,0.000 0.003,0.000 0.001,0.000 0.000,0.000-0.001,0.000-0.002,0.000-0.002,0.000-0.002,0.000-0.001,0.000-0.001,0.000-0.001,0.000-0.001,0.000 0.000,0.000 0.000,0.000 0.000,0.000 0.000,0.000 0.000,0.005-0.003,0.008 0.000,0.009 0.000,0.009 0.000,0.008 0.000,0.006 0.000,0.005 0.000,0.004 0.000,0.003 0.000,0.002 0.000,0.001 0.000,0.001 0.000,0.000 0.000,0.000 0.000,0.000 0.000,0.000 0.000,0.000 0.000,-0.004 0.007,-0.003 0.005,-0.003 0.006,-0.003 0.005,-0.003 0.005,-0.002 0.004,-0.002 0.003,-0.001 0.003,-0.001 0.002,-0.001 0.001,0.000 0.001,0.000 0.000,0.000 0.000,0.000 0.000,0.000 0.000,0.000 0.000,0.000 0.000,0.000 0.000,0.000 0.000,0.000 0.000,0.000 0.000,0.000 0.000,0.000 0.000,0.000 0.000,0.000 0.000,0.000 0.000,0.003 0.002,0.003 0.006,0.004 0.007,0.004 0.007,0.003 0.006,0.003 0.005,0.002 0.004,0.002 0.003,0.001 0.002,0.001 0.002,0.000 0.001,0.000 0.000,0.000 0.000,0.000 0.000,0.000 0.000,0.000 0.000,0.000 0.000,0.000 0.000,0.000 0.000,0.000 0.000,0.000 0.000,0.000 0.000,0.000 0.000,0.000 0.000,0.000 0.000,0.000 0.000,0.000 0.000,0.000 0.000,0.000 0.000,0.000 0.000,0.000 0.000,-0.003-0.003,-0.005-0.004,-0.005-0.004,-0.005-0.004,-0.005-0.004,-0.004-0.003,-0.003-0.002,-0.002-0.002,-0.002-0.001,-0.001-0.001,-0.001-0.001,0.000 0.000,0.000 0.000,0.000 0.000,0.000 0.000,0.000 0.000,0.000 0.000,0.000 0.000,0.000 0.000,0.000 0.000,0.000 0.000,0.000 0.000,0.000 0.000,0.000 0.000,0.000 0.000,0.000 0.000,0.000 0.000,0.000 0.000,0.000 0.000,0.000 0.000,0.000 0.000,0.000 0.000,0.000 0.000,0.005 0.006,0.008 0.008,0.009 0.009,0.008 0.009,0.008 0.008,0.006 0.007,0.005 0.005,0.004 0.004,0.003 0.003,0.002 0.002,0.001 0.001,0.001 0.001,0.000 0.000,0.000 0.000,0.000 0.000,0.000 0.000,0.000 0.000,0.000 0.000,0.000 0.000,0.000 0.000,0.000 0.000,0.000 0.000,0.000 0.000,-0.005-0.013,0.000-0.020,0.000-0.023,0.000-0.023,0.000-0.021,0.000-0.019,0.000-0.015,0.000-0.012,0.000-0.009,0.000-0.007,0.000-0.004,0.000-0.003,0.014 0.031,0.041 0.014,0.049 0.017,0.052 0.018,0.129-0.038,0.057 0.000</inkml:trace>
</inkml:ink>
</file>

<file path=ppt/ink/ink10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653.000 994.000,'2.000'0.000</inkml:trace>
</inkml:ink>
</file>

<file path=ppt/ink/ink10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248.000 1197.000,'2.000'0.000</inkml:trace>
</inkml:ink>
</file>

<file path=ppt/ink/ink10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928.000 1000.000,'0.007'0.000,"0.011"0.000,0.013 0.000,0.012 0.000,0.011 0.000,0.010 0.000,0.008 0.000,0.006 0.000,0.004 0.000,0.003 0.000,0.002 0.000,0.001 0.000,0.000 0.000,0.000 0.000,0.000 0.000,0.000 0.000,0.000 0.000,0.000 0.000,0.000 0.000,0.000 0.000,0.000 0.000,0.000 0.000,0.000 0.000,0.000 0.000,0.000 0.000,0.000 0.000,0.000 0.000,0.000 0.000,0.000 0.000,0.000 0.000,0.000 0.000,0.000 0.000,0.000 0.000,0.000 0.000,0.000 0.000,0.017 0.000,0.044 0.000,0.053 0.000,0.055 0.000,0.058-0.013,0.011-0.020,-0.005-0.023,-0.015-0.023,-0.020-0.021,-0.022-0.019,-0.022 0.002,-0.008 0.007,-0.004 0.013,-0.001 0.015,0.001 0.016,0.003 0.015,0.003 0.013,0.003 0.011,0.008-0.007,0.030-0.020,0.035-0.026,0.036-0.029,0.072-0.064,0.066-0.037,0.046-0.013,0.029 0.005,0.148-0.024,-0.003 0.036,-0.007-0.022,0.022-0.009,0.072 0.012,0.025 0.024,-0.081 0.012,0.039-0.011,0.007 0.002,0.256-0.070,0.000-0.030,-0.076 0.032,-0.009 0.017,0.118 0.019,0.008 0.034,-0.043 0.035,0.164-0.063,-0.034-0.006,-0.063 0.016,-0.231 0.069,0.014 0.018,-0.032-0.005,-0.063-0.021,-0.203 0.034,-0.007 0.000,-0.385 0.077,0.400-0.105,0.008-0.012,0.523-0.218,-0.026-0.030,-0.085 0.014,-0.115 0.041,-0.127 0.041,-0.160 0.052,-0.150 0.049,-0.131 0.042,-0.109 0.034,-0.085 0.027,-0.064 0.020,-0.045 0.014,-0.030 0.009,-0.018 0.005,-0.009 0.003,-0.003 0.001,0.001-0.001,0.003-0.001,0.005-0.002,0.065 0.022,0.095 0.003,0.029-0.006,0.034-0.021,0.116-0.030,0.069-0.012,0.250-0.054,0.018 0.005,-0.027 0.014,-0.054 0.019,-0.067 0.021,-0.071 0.021,-0.068 0.019,-0.061 0.016,-0.049 0.016,0.017 0.008,0.033 0.007,0.165 0.005,0.078 0.005,-0.079 0.002,0.023 0.001,-0.012-0.036,0.037-0.025,0.082-0.035,0.039-0.041,0.170-0.053,0.042-0.015,0.308-0.078,-0.100 0.023,-0.146 0.037,-0.160 0.042,-0.155 0.041,-0.138 0.037,-0.115 0.031,-0.091 0.025,-0.069 0.019,-0.049 0.014,-0.033 0.009,-0.014 0.005,-0.005 0.003,0.001 0.001,0.005 0.000,0.007 0.000,0.007-0.001,0.007-0.001,0.006-0.001,0.005-0.001,0.004-0.001,0.003-0.001,0.003-0.001,0.002 0.000,0.001 0.000,0.033-0.025,0.062-0.039,0.072-0.045,0.081-0.036,0.019-0.002,-0.002 0.012,-0.015 0.019,-0.081 0.022,-0.018-0.005,-0.018-0.010,-0.016-0.012,-0.014-0.013,0.057-0.027,0.024 0.014,0.031 0.021,0.032 0.024,-0.088 0.040,0.021 0.012,0.138-0.058,0.049-0.026,0.022-0.009,0.066-0.018,-0.055 0.016,-0.073 0.023,-0.077 0.024,-0.073 0.023,-0.064 0.021,-0.053 0.017,-0.042 0.014,-0.032 0.010,-0.023 0.007,-0.015 0.005,-0.009 0.003,0.021 0.000,0.072 0.000,0.030 0.000,0.049 0.000,0.260 0.001,0.086 0.000,0.036-0.001,-0.501-0.003,0.431 0.001,0.031 0.000,-0.042 0.000,0.040 0.000,0.213 0.000,0.078 0.000,0.132 0.000,0.070 0.000,0.117-0.047,0.050-0.031,-0.232 0.009,0.049-0.006,-0.705 0.050,0.948-0.067,0.009 0.001,-0.566 0.040,0.392-0.048,-0.004-0.015,0.199-0.031,-0.023-0.004,-0.047 0.003,-0.063 0.007,0.262-0.028,-0.165 0.023,-0.172 0.024,-0.242 0.030,-0.132 0.018,-0.119 0.017,-0.103 0.014,-0.020-0.044,-0.031-0.025,-0.030-0.011,-0.099 0.022,-0.003 0.003,0.039 0.006,0.033 0.007,0.027 0.008,0.022 0.009,0.018 0.009,0.013 0.009,0.010 0.008,0.007 0.007,0.004 0.007,0.002 0.006,-0.075 0.006,0.002 0.003,0.203 0.002,0.029 0.004,0.012 0.003,-0.001 0.002,-0.095 0.001,-0.009 0.001,0.176 0.002,-0.058 0.000,-0.069 0.000,-0.072-0.001,-0.231-0.002,-0.012 0.000,0.101 0.000,-0.003 0.000,-0.052-0.001,0.005 0.000,-0.048 0.000,0.009 0.000,0.247 0.000,-0.006 0.000,-0.022 0.000,0.048 0.000,0.064 0.000,-0.209 0.000,0.012 0.000,0.343 0.000,0.021 0.000,-0.018 0.000,-0.187 0.000,0.008 0.000,0.253 0.000,-0.068 0.000,-0.092 0.000,-0.101 0.000,-0.099 0.000,-0.090 0.000,-0.042 0.000,-0.007 0.000,0.015 0.000,-0.159 0.000,0.011 0.000,0.015 0.000,0.018 0.000,0.076 0.000,0.024 0.000,0.022 0.000,0.019 0.000,0.165 0.000,-0.005 0.000,-0.020 0.000,0.033 0.011,-0.097 0.017,-0.104 0.019,-0.099 0.018,-0.088 0.016,-0.073 0.014,-0.057 0.011,-0.043 0.008,0.044-0.015,0.098-0.010,0.122-0.013,-0.106-0.023,0.010 0.018,0.057 0.029,0.024 0.009,0.025 0.003,0.025-0.002,0.187 0.036,0.009-0.018,-0.010-0.021,-0.087-0.012,-0.017 0.015,-0.017 0.022,-0.084-0.020,0.003 0.000,0.058 0.011,0.013-0.010,-0.058-0.006,-0.018 0.021,0.141 0.055,0.034 0.001,0.023-0.010,0.014-0.017,0.086 0.115,-0.076 0.046,-0.095 0.022,-0.098 0.005,-0.083-0.030,-0.028 0.002,-0.011 0.003,0.025-0.008,0.028-0.040,0.035-0.047,0.036-0.048,-0.026-0.058,0.027-0.029,-0.108-0.041,0.016-0.010,0.088 0.012,0.020 0.021,0.163 0.082,-0.038 0.046,-0.061 0.039,0.002 0.033,-0.020-0.019,-0.155-0.106,0.007-0.016,0.104 0.036,0.006 0.005,0.001 0.014,-0.091-0.048,0.011-0.006,0.015-0.009,0.018-0.011,-0.240-0.078,0.348 0.152,-0.004 0.012,-0.014-0.004,-0.020-0.014,-0.113-0.016,-0.028 0.048,-0.012 0.028,0.000 0.012,0.114 0.109,0.001-0.026,-0.002-0.042,-0.106-0.094,0.012 0.007,0.063 0.064,-0.020 0.014,-0.031 0.012,0.037 0.084,-0.016 0.006,-0.008-0.001,-0.097-0.146,0.015-0.019,0.131 0.115,-0.026 0.008,-0.044 0.019,-0.051 0.024,-0.102-0.130,-0.020 0.016,0.031 0.146,0.006 0.013,0.018 0.001,-0.029-0.090,0.027 0.035,0.015 0.031,0.005 0.026,0.015 0.004,0.023-0.013,0.059 0.068,-0.005-0.029,-0.018-0.031,-0.025-0.031,0.024 0.051,-0.036-0.067,-0.030-0.064,-0.025-0.057,-0.019-0.048,-0.014-0.038,-0.010-0.029,-0.006-0.021,-0.004-0.014,0.012 0.027,0.018 0.048,0.021 0.057,0.021 0.057,-0.003-0.007,0.024 0.063,0.008 0.099,-0.004 0.072,0.052 0.293,-0.037 0.029,-0.096-0.278,-0.017 0.020,0.005 0.336,-0.027 0.054,-0.023-0.006,-0.016 0.073,-0.020-0.130,-0.014-0.150,-0.010-0.149,-0.006-0.136,-0.003-0.116,-0.001-0.094,0.000-0.072,0.001-0.053,0.001-0.036,0.002 0.004,0.001 0.048,0.001 0.064,0.001-0.023,0.000 0.036,0.000 0.074,0.000 0.029,0.000 0.020,0.000 0.021,0.000 0.020,0.000 0.074,0.000 0.017,0.000 0.128,0.000 0.000,0.000-0.113,0.000-0.024,0.000-0.026,0.000 0.062,0.000-0.014,0.000-0.144,0.000 0.003,0.000 0.123,0.000-0.013,0.000-0.020,-0.018-0.161,-0.031 0.005,-0.039 0.010,-0.044 0.015,-0.002-0.034,-0.013 0.015,-0.161 0.202,-0.033 0.009,0.000-0.006,0.117-0.172,-0.011 0.000,-0.122 0.180,0.018 0.005,0.127-0.174,0.017 0.005,-0.086 0.165,-0.005-0.040,0.071-0.123,0.014-0.007,-0.033 0.093,0.035-0.027,0.036-0.032,0.034-0.033,0.031-0.031,0.013-0.031,-0.003-0.019,-0.011-0.014,-0.017-0.010,-0.121 0.068,-0.126 0.024,-0.003-0.007,0.004 0.028,-0.090 0.070,0.008 0.027,0.081-0.069,-0.008 0.016,-0.033 0.055,0.046-0.026,0.057-0.037,0.060-0.041,0.057-0.041,0.050-0.037,0.007-0.033,-0.026-0.015,-0.042-0.008,-0.049-0.003,-0.130 0.045,-0.119 0.035,-0.162 0.039,-0.084 0.038,-0.104 0.068,-0.084 0.069,-0.170 0.117,-0.065 0.065,0.137-0.077,0.060-0.042,0.083-0.063,0.094-0.073,0.128-0.109,0.013-0.058,-0.119 0.057,0.066-0.031,0.075-0.042,0.076-0.046,0.052-0.008,0.033 0.017,0.031 0.003,0.016 0.034,0.141-0.082,-0.004-0.002,-0.095 0.020,-0.041-0.013,-0.033 0.020,-0.027 0.008,-0.057-0.002,-0.042-0.009,-0.231 0.041,0.004-0.031,0.033-0.034,0.214-0.026,0.018 0.008,-0.128 0.044,0.026-0.012,0.045-0.036,-0.014-0.018,0.072-0.031,-0.002-0.015,-0.077-0.006,0.005-0.017,-0.038 0.009,-0.020 0.026,0.042-0.002,-0.026 0.005,0.462-0.073,-0.407 0.057,-0.021-0.003,-0.458 0.031,-0.067-0.014,0.196-0.032,-0.046-0.010,-0.257-0.004,-0.047-0.011,0.971-0.034,-0.833 0.019,0.009-0.007,-0.042-0.006,-0.007-0.005,0.133-0.005,-0.015-0.003,-0.354-0.002,0.049-0.003,0.196-0.001,0.042-0.001,0.055-0.001,0.062 0.000,0.741 0.003,-0.555-0.002,0.030 0.000,-0.335-0.002,0.088 0.000,0.033 0.001,0.054 0.001,0.065 0.030,0.068 0.049,0.654-0.058,-0.421 0.048,-0.032 0.007,-0.136 0.017,-0.011 0.000,0.087-0.015,-0.014-0.004,-0.296 0.015,-0.017-0.010,0.264-0.025,0.013-0.006,-0.589 0.014,0.017-0.015,0.084-0.013,0.424-0.015,0.051-0.004,-0.047-0.003,0.059-0.004,0.010-0.003,0.072-0.003,0.068-0.002,-0.077-0.002,0.067-0.001,0.193 0.002,0.015 0.000,0.055 0.001,-0.002 0.000,-0.007 0.000,-0.010 0.000,0.017 0.000,-0.032 0.000,0.250 0.001,-0.396-0.001,-0.048 0.000,-0.302 0.000,0.005 0.000,0.043 0.000,0.103 0.000,0.017 0.000,0.032 0.000,-0.094 0.000,0.075 0.000,0.077 0.000,0.289 0.000,0.010 0.000,-0.226 0.000,0.032 0.000,0.035 0.000,0.174 0.000,-0.001 0.000,-0.101 0.000,-0.045 0.000,0.336 0.000,-0.300 0.000,-0.055 0.000,-0.329 0.000,-0.108 0.000,-0.105 0.000,-0.050 0.000,-0.057 0.000,-0.011 0.000,0.022 0.000,0.044 0.000,-0.163 0.000,0.132 0.000,0.141 0.000,0.138 0.000,0.155 0.000,0.140 0.000,0.120 0.000,0.098 0.000,0.077 0.000,0.058 0.000,0.041 0.000,0.027 0.000,-0.128 0.000,-0.119 0.000,-0.139 0.000,-0.100 0.000,0.109 0.000,-0.030 0.000,-0.116 0.000,-0.019 0.000,-0.104 0.000,0.003 0.000,0.167 0.000,-0.013 0.000,-0.109 0.000,0.000 0.000,-0.091 0.000,0.020 0.000,-0.121 0.000,0.104 0.000,0.117 0.000,0.117 0.000,0.108 0.000,0.095 0.000,0.079 0.000,0.063 0.000,0.048 0.000,0.035 0.000,0.007-0.014,-0.018-0.022,-0.030-0.025,-0.035-0.026,-0.037-0.025,0.072 0.038,-0.022-0.001,-0.197-0.123,-0.037-0.063,0.002-0.047,0.066 0.070,-0.034 0.004,-0.128-0.038,-0.015 0.027,0.001 0.032,-0.086 0.002,0.064 0.049,0.076 0.044,0.077 0.037,0.072 0.029,0.062 0.022,0.051 0.016,0.040 0.011,0.030 0.007,-0.002-0.019,-0.047-0.033,-0.061-0.040,-0.044-0.016,-0.048-0.007,-0.077-0.010,-0.019 0.010,-0.004 0.015,0.058 0.001,-0.061-0.018,-0.330-0.080,-0.022 0.003,0.025 0.018,0.158 0.019,0.080-0.013,0.088-0.019,0.124 0.046,-0.015 0.005,-0.017 0.008,-0.018 0.011,0.040 0.026,-0.015 0.009,-0.209-0.019,-0.021 0.020,-0.161 0.012,0.018 0.021,0.064 0.017,0.088 0.013,0.095 0.009,0.092 0.006,0.082 0.004,0.070 0.002,0.056 0.001,0.043 0.000,0.031-0.001,0.022-0.001,0.014-0.001,0.008-0.001,-0.013-0.017,-0.047-0.027,-0.059-0.033,0.125 0.053,-0.177-0.080,-0.034-0.038,-0.121-0.050,-0.057-0.013,-0.036 0.000,-0.027-0.014,-0.019-0.023,-0.036-0.005,-0.047 0.008,0.017 0.006,-0.040-0.009,-0.008-0.016,0.017-0.021,-0.280-0.176,0.121 0.032,0.134 0.057,0.130 0.067,0.116 0.067,0.097 0.061,0.077 0.052,0.058 0.042,0.041 0.032,0.027 0.023,0.017 0.016,-0.021 0.009,-0.049 0.005,-0.059 0.002,-0.061 0.000,-0.069-0.066,-0.065-0.040,-0.039-0.020,0.093 0.007,-0.018-0.030,0.000-0.036,0.013-0.039,-0.099-0.108,0.020-0.005,0.019 0.018,-0.008-0.031,0.067 0.008,0.071 0.005,0.040 0.000,0.029 0.012,0.014 0.013,0.004 0.012,0.014 0.040,-0.003 0.023,-0.005 0.023,-0.006 0.022,-0.006 0.019,-0.005 0.016,-0.005 0.012,-0.004 0.010,-0.003 0.007,0.001 0.011,0.013 0.017,0.016 0.018,0.017 0.017,0.016 0.015,0.014 0.012,0.011 0.010,0.009 0.007,0.007 0.005,0.005 0.004,0.003 0.002,0.002 0.001,0.001 0.000,0.000 0.000,0.000 0.000,0.000 0.000,0.000-0.001,-0.001 0.000,0.000 0.000,0.003-0.025,0.015-0.038,0.016-0.042,0.016-0.040,0.015-0.036,0.012-0.030,0.010-0.024,0.007-0.018,0.005-0.013,0.004-0.008,0.002-0.005,-0.008 0.012,-0.014 0.005,-0.016 0.006,-0.016 0.006,-0.015 0.006,-0.013 0.005,-0.010 0.005,-0.008 0.004,-0.006 0.003,0.001 0.012,0.003 0.012,0.005 0.013,0.005 0.013,0.005 0.011,0.005 0.010,0.004 0.008,0.003 0.006,0.003 0.004,0.002 0.003,0.001 0.002,0.001 0.001,0.001 0.000,0.000 0.000,0.000 0.000,-0.004-0.008,-0.012-0.024,-0.014-0.028,-0.014-0.028,-0.013-0.026,-0.012-0.023,0.008 0.002,0.010-0.001,0.015 0.004,0.016 0.007,0.017 0.009,0.016-0.005,0.014-0.013,0.012-0.017,0.010-0.019,0.008-0.019,0.006-0.042,0.005 0.028,0.003 0.040,0.002 0.043,0.001 0.041,0.000 0.036,-0.001 0.030,-0.001 0.024,-0.001 0.018,-0.001 0.013,-0.001 0.008,0.000 0.005,0.000-0.011,0.000-0.025,0.000-0.030,0.000-0.030,0.000-0.028,0.000-0.024,0.000-0.020,0.000 0.068,0.000-0.023,0.000-0.142,0.000-0.019,0.000-0.003,0.000 0.007,0.000 0.001,0.000 0.006,0.000 0.005,0.008 0.041,0.013 0.027,0.015 0.029,0.015 0.029,0.014 0.026,0.012 0.023,0.010 0.019,0.008 0.015,0.006 0.011,0.007-0.001,0.001-0.003,-0.001-0.006,-0.002-0.007,-0.003-0.008,-0.003-0.008,-0.003-0.007,-0.002-0.006,-0.002-0.005,-0.002-0.004,-0.001-0.003,0.001-0.006,0.002-0.006,0.002-0.006,0.003-0.006,0.002-0.005,0.002-0.004,0.002-0.003,0.001-0.003,0.001-0.002,0.003 0.009,0.001 0.020,0.001 0.023,0.001 0.024,0.001 0.022,0.001 0.019,0.000 0.015,0.000 0.012,0.000 0.009,0.000 0.006,0.000 0.004,0.000 0.002,0.000 0.001,0.000 0.000,0.000 0.000,0.000-0.001,0.000-0.001,0.003-0.017,-0.001-0.022,-0.001-0.025,-0.001-0.024,-0.001-0.022,-0.001-0.018,-0.001-0.015,-0.001-0.011,-0.001-0.008,-0.001 0.014,0.004 0.015,0.005 0.019,0.005 0.020,0.005 0.019,0.004 0.016,0.003 0.014,0.003 0.011,0.002 0.008,0.001 0.006,0.001 0.004,0.001 0.002,0.000 0.001,0.000 0.000,-0.018-0.040,-0.016-0.069,-0.018-0.080,0.010-0.043,0.022 0.002,0.031 0.025,0.033 0.037,0.032 0.042,0.029 0.042,-0.016 0.035,0.006 0.007,0.001-0.001,-0.002-0.006,-0.003-0.009,0.019-0.028,-0.025-0.005,-0.029-0.001,-0.028 0.001,-0.026 0.002,-0.022 0.003,-0.018 0.003,-0.014 0.003,-0.010 0.002,-0.007 0.002,-0.005 0.002,-0.003 0.001,-0.001 0.001,0.000 0.001,0.008-0.016,0.010-0.018,0.011-0.021,0.011-0.020,0.010-0.018,0.008-0.015,0.007-0.012,-0.006 0.020,-0.003 0.017,-0.005 0.022,-0.006 0.023,-0.006 0.022,-0.005 0.020,-0.005 0.017,-0.004 0.014,-0.003 0.010,-0.002 0.008,-0.002 0.005,-0.001 0.003,0.004 0.002,0.002 0.005,0.003 0.005,0.003 0.004,0.003 0.004,0.002 0.003,0.002 0.002,0.002 0.002,0.001 0.001,0.001 0.001,0.001 0.000,0.000 0.000,0.000 0.000,0.000 0.000,0.000 0.000,0.000 0.000,0.000 0.000,0.000 0.000,0.000 0.000,-0.005-0.015,0.007-0.031,0.009-0.036,0.009-0.037,0.009-0.036,0.008-0.032,0.022-0.045,-0.002 0.006,-0.006 0.018,-0.008 0.024,-0.008 0.026,-0.007 0.024,-0.006 0.021,-0.005 0.018,-0.004 0.014,0.016 0.009,0.044-0.010,0.052-0.015,0.053-0.017,-0.009 0.005,0.023-0.021,0.018-0.023,-0.072 0.061,0.039 0.002,0.356-0.101,0.062 0.033,-0.047-0.023,-0.001-0.010,-0.012-0.012,-0.087 0.015,-0.100 0.020,-0.099 0.021,-0.091 0.021,-0.078 0.018,-0.063 0.015,-0.049 0.012,-0.036 0.009,0.009 0.019,0.036 0.018,0.050 0.018,0.055 0.016,0.053 0.014,0.049 0.012,0.042 0.010,0.004-0.005,-0.004-0.014,-0.014-0.019,-0.020-0.020,-0.022-0.020,-0.022-0.018,-0.008-0.017,-0.018-0.004,-0.015 0.001,-0.011 0.004,-0.008 0.005,-0.006 0.006,-0.004 0.006,-0.002 0.005,-0.001 0.004,0.000 0.004,0.000 0.000</inkml:trace>
</inkml:ink>
</file>

<file path=ppt/ink/ink10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249.000 1200.000,'2.000'0.000</inkml:trace>
</inkml:ink>
</file>

<file path=ppt/ink/ink10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778.000 917.000,'0.000'0.009,"0.000"0.014,0.000 0.016,0.000 0.016,0.000 0.014,0.000 0.012,0.000 0.009,0.000 0.007,0.000 0.005,0.000 0.004,0.000 0.002,0.000 0.001,0.000 0.000,0.000 0.000,0.000 0.000,0.000 0.000,0.000 0.000,0.000 0.000,0.000 0.000,0.000 0.000,0.000 0.000,0.000 0.000,0.000 0.000,0.000 0.000,0.000 0.000,0.000 0.000,0.000 0.000,0.000 0.000,0.000 0.001,0.000 0.008,0.000 0.009,0.000 0.009,0.000 0.008,0.000 0.007,0.000 0.006,0.000 0.005,0.000 0.003,0.000 0.002,0.000 0.002,0.000 0.001,0.000 0.000,0.000 0.067,0.000 0.002,0.000 0.054,0.036 0.150,0.026 0.078,0.017 0.058,0.010 0.040,0.022 0.044,0.031 0.009,0.044 0.191,0.008 0.051,0.009-0.101,0.018-0.002,0.023-0.012,0.027-0.020,0.010 0.011,-0.002-0.002,-0.012-0.012,-0.018-0.019,0.042 0.200,-0.045-0.074,-0.046-0.085,-0.043-0.086,-0.039-0.081,-0.033-0.073,-0.008-0.118,0.023-0.024,-0.018-0.111,0.003-0.001,0.014 0.057,-0.003 0.010,0.035 0.291,-0.019 0.033,-0.021-0.010,-0.033-0.183,-0.011-0.009,-0.013-0.030,-0.007 0.025,-0.006 0.019,-0.005 0.014,-0.004 0.010,-0.004 0.006,-0.003 0.298,-0.004 0.007,-0.002-0.033,-0.001-0.103,0.000-0.056,0.000-0.058,0.001-0.173,0.000-0.016,0.000 0.102,0.001-0.009,0.002-0.384,-0.002 0.403,0.000 0.013,0.000-0.002,0.001-0.103,0.000 0.001,0.000 0.040,0.000 0.031,0.000 0.260,0.000 0.012,0.000 0.049,0.000-0.004,0.000-0.038,0.000-0.218,0.000 0.009,0.000 0.185,0.000-0.029,0.000-0.044,0.000-0.051,0.000-0.053,0.000-0.050,0.000 0.022,0.000-0.069,0.000-0.062,0.000 0.000</inkml:trace>
</inkml:ink>
</file>

<file path=ppt/ink/ink10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783.000 910.000,'0.009'-0.003,"0.014"-0.005,0.015-0.005,0.015-0.005,0.014-0.005,0.011-0.004,0.009-0.003,0.007-0.002,0.005-0.002,0.003-0.001,0.002-0.001,0.001 0.000,0.000 0.000,0.000 0.000,0.000 0.000,0.000 0.000,0.000 0.000,0.000 0.000,0.000 0.000,0.000 0.000,0.000 0.000,0.000 0.000,0.000 0.000,0.000 0.000,0.000 0.000,0.000 0.000,0.000 0.000,0.000 0.000,0.000 0.000,0.010-0.009,0.052-0.027,0.064-0.033,0.062-0.026,0.026-0.005,0.010 0.005,-0.001 0.012,-0.009 0.015,-0.037 0.026,0.013 0.013,0.043-0.012,0.015-0.028,-0.030 0.001,0.016-0.005,0.072-0.015,0.021 0.006,0.151-0.025,-0.051 0.024,-0.074 0.025,-0.082 0.023,-0.079 0.020,-0.070 0.017,-0.059 0.013,-0.047 0.010,-0.035 0.007,-0.025 0.005,-0.017 0.003,-0.010 0.001,-0.006 0.000,-0.002 0.000,0.000-0.001,0.002-0.001,0.002-0.001,0.003-0.001,0.002-0.001,0.002 0.000,0.002 0.000,0.001 0.000,0.001 0.000,0.001 0.000,0.000 0.000,0.000 0.000,0.019 0.067,0.029 0.101,0.032 0.113,0.031 0.110,0.095 0.076,0.035 0.049,-0.085-0.194,0.023-0.017,0.067 0.084,0.036 0.034,-0.048-0.064,0.018 0.037,0.109 0.188,-0.011 0.036,-0.050-0.080,0.004-0.022,0.111 0.141,-0.042-0.065,-0.055-0.069,-0.060-0.067,-0.060-0.062,-0.093-0.125,-0.027-0.005,0.000 0.111,-0.040-0.005,-0.031-0.006,-0.024 0.017,-0.018-0.009,-0.011-0.009,-0.006-0.020,-0.003-0.017,0.000-0.017,0.001-0.016,0.009-0.027,0.013-0.018,0.015-0.017,0.015-0.015,0.014-0.012,0.012-0.010,0.010-0.007,0.008-0.005,0.006-0.004,0.004-0.002,0.003-0.001,-0.007 0.032,-0.009 0.056,-0.012 0.065,-0.020-0.032,-0.008 0.034,-0.007 0.032,-0.006 0.029,-0.007-0.030,-0.004 0.020,-0.003 0.055,-0.003 0.043,-0.002 0.105,-0.002 0.075,-0.019 0.032,-0.032-0.001,-0.075 0.254,-0.033-0.090,-0.018-0.113,-0.007-0.119,0.001-0.114,0.006-0.103,0.008-0.088,0.009-0.072,0.010-0.056,-0.006-0.027,-0.024 0.003,-0.031 0.018,-0.033 0.026,-0.032 0.029,0.055-0.029,-0.025 0.020,-0.128 0.140,-0.028 0.055,0.003 0.033,-0.054 0.067,0.013-0.042,0.016-0.063,0.128-0.163,-0.006-0.036,-0.155 0.035,0.013-0.070,0.023-0.059,0.028-0.048,0.031-0.029,0.053-0.018,0.052-0.008,0.047-0.001,0.040 0.004,0.032 0.006,0.024 0.007,0.018 0.007,0.012 0.006,0.008 0.005,0.004 0.004,0.002 0.003,0.000 0.002,-0.035-0.009,-0.061 0.018,-0.141 0.030,-0.092 0.008,-0.055 0.020,-0.025 0.028,-0.093 0.043,-0.015 0.003,0.068-0.033,-0.003 0.000</inkml:trace>
</inkml:ink>
</file>

<file path=ppt/ink/ink10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783.000 942.000,'2.000'0.000</inkml:trace>
</inkml:ink>
</file>

<file path=ppt/ink/ink10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813.000 902.000,'0.000'0.007,"0.000"0.010,0.000 0.012,0.000 0.011,0.000 0.010,0.000 0.008,0.000 0.007,0.000 0.005,0.000 0.004,0.000 0.002,0.000 0.002,0.000 0.001,0.000 0.000,0.000 0.000,0.000 0.000,0.000 0.000,0.000 0.000,0.000 0.000,0.000 0.000,0.000 0.000,0.000 0.000,0.000 0.000,0.000 0.000,0.000 0.000,0.000 0.000,0.000 0.000,0.000 0.000,0.000 0.000,0.000 0.000,0.000 0.000,0.000 0.000,0.000 0.000,0.000 0.000,0.000 0.000,0.000 0.000,0.000 0.000,0.000 0.000,0.000 0.000,0.000 0.000,0.000 0.004,0.000 0.015,0.000 0.018,0.000 0.018,0.000 0.016,0.000 0.014,0.000 0.012,0.000 0.010,0.000 0.007,0.000 0.005,-0.008 0.012,-0.013 0.002,-0.014 0.000,-0.014-0.001,-0.013-0.001,-0.011-0.001,-0.009-0.001,-0.007-0.001,-0.005-0.001,-0.004-0.001,0.004 0.012,0.012 0.010,0.014 0.012,0.015 0.011,0.014 0.010,0.012 0.009,0.010 0.007,-0.037 0.028,-0.062 0.033,-0.012 0.053,-0.005 0.043,0.007 0.015,0.014 0.000</inkml:trace>
</inkml:ink>
</file>

<file path=ppt/ink/ink1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810.000 914.000,'2.000'0.000</inkml:trace>
</inkml:ink>
</file>

<file path=ppt/ink/ink1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1040.000 915.000,'0.000'0.007,"0.000"0.011,0.000 0.013,0.000 0.012,0.000 0.011,0.000 0.010,0.000 0.008,0.000 0.006,0.000 0.004,0.000 0.003,0.000 0.002,0.000 0.001,0.000 0.000,0.000 0.000,0.000 0.000,0.000 0.000,0.000 0.000,0.000 0.000,0.000 0.000,0.000 0.000,0.000 0.000,0.000 0.000,0.000 0.000,0.000 0.000,0.000 0.000,0.000 0.000,0.000 0.000,0.000 0.000,0.000 0.000,0.000 0.000,0.000 0.000,0.000 0.000,0.000 0.000,0.000 0.000,0.000 0.000,0.000 0.021,0.000 0.073,0.000 0.029,0.000 0.049,0.000 0.081,0.000 0.067,-0.018 0.035,-0.031 0.010,-0.035 0.124,-0.016 0.039,-0.035 0.188,0.003 0.000,0.045-0.252,0.007-0.010,-0.006 0.106,0.014-0.033,0.013-0.038,0.042-0.446,-0.050 0.243,-0.013-0.009,-0.041 0.115,-0.005-0.004,0.017-0.060,0.005 0.002,0.008 0.005,0.009 0.006,-0.011 0.145,0.018-0.014,0.017-0.024,-0.004-0.043,-0.029 0.024,-0.001-0.016,-0.006 0.036,-0.035 0.215,0.008-0.003,0.013-0.029,0.028-0.080,0.013 0.010,0.019-0.081,0.009-0.003,-0.002 0.221,0.015-0.047,0.012-0.060,-0.007-0.247,-0.027-0.048,-0.018-0.032,-0.011-0.018,-0.047 0.115,0.003-0.027,0.011-0.024,0.034-0.085,0.011 0.005,0.000 0.136,0.017 0.076,0.024-0.101,0.007 0.046,0.008-0.042,0.004 0.022,0.001 0.233,0.005 0.048,0.006-0.551,-0.001 0.513,0.002 0.026,0.002 0.166,0.001 0.026,0.001-0.001,0.000-0.021,0.000-0.033,0.000-0.041,0.000-0.044,0.000-0.044,0.000-0.043,0.000-0.039,0.000-0.043,0.000-0.043,0.000-0.042,0.000 0.115,0.000-0.083,0.000-0.077,0.000-0.067,0.000-0.081,0.000-0.042,0.000-0.033,0.000-0.025,0.000-0.018,0.000-0.012,0.000-0.008,0.000-0.004,0.000-0.002,0.000 0.000,0.000 0.021,0.000 0.026,0.000 0.030,0.000 0.030,0.000 0.000</inkml:trace>
</inkml:ink>
</file>

<file path=ppt/ink/ink1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1040.000 915.000,'0.007'0.000,"0.011"0.000,0.013 0.000,0.012 0.000,0.011 0.000,0.009 0.000,0.008 0.000,0.006 0.000,0.004 0.000,0.003 0.000,0.002 0.000,0.001 0.000,0.000 0.000,0.000 0.000,0.000 0.000,0.000 0.000,0.000 0.000,0.000 0.000,0.000 0.000,0.000 0.000,0.000 0.000,0.000 0.000,0.000 0.000,0.000 0.000,0.000 0.000,0.000 0.000,0.000 0.000,0.000 0.000,0.000 0.000,0.000 0.000,0.000 0.000,0.000 0.000,0.000 0.000,0.000 0.000,0.000 0.000,0.025 0.000,0.060 0.000,0.072 0.000,-0.187 0.000,0.314 0.000,0.069 0.000,0.039 0.000,-0.068 0.000,0.042 0.000,0.183 0.000,0.029 0.000,0.104 0.000,-0.047 0.000,-0.067 0.000,-0.075 0.000,-0.094 0.000,-0.060 0.000,-0.051 0.000,-0.042 0.000,-0.036 0.000,-0.014 0.000,-0.005 0.000,0.000 0.000,0.004 0.000,0.006 0.000,-0.070 0.000,0.017 0.000,0.125 0.015,0.004 0.023,-0.010 0.027,-0.018 0.027,-0.021 0.025,-0.095-0.013,0.010 0.031,-0.001 0.072,-0.009 0.065,0.060 0.113,0.007 0.058,0.015 0.044,0.020 0.032,0.039 0.093,-0.022 0.012,-0.060-0.102,0.001 0.027,0.124 0.315,-0.047-0.027,-0.059-0.059,-0.111-0.311,0.005-0.049,0.076 0.155,-0.024-0.048,-0.033-0.060,-0.037-0.063,-0.036-0.061,-0.033-0.055,-0.029-0.047,-0.024-0.038,-0.025-0.043,-0.008 0.043,-0.006 0.132,-0.009 0.044,-0.006 0.026,-0.005 0.044,-0.002 0.001,-0.001-0.008,0.001-0.068,0.000-0.009,0.001-0.008,0.000 0.067,0.002-0.044,0.001-0.049,0.001-0.048,0.001-0.043,0.001-0.036,0.001-0.029,0.000-0.022,-0.072 0.024,-0.051 0.071,0.082-0.173,-0.234 0.325,-0.052 0.049,-0.018 0.028,0.017-0.096,-0.043-0.017,-0.198 0.127,0.017-0.030,0.052-0.028,0.184-0.136,0.037 0.003,-0.069 0.084,-0.004-0.035,-0.023-0.045,0.036-0.056,-0.020 0.003,0.047-0.020,0.013 0.018,-0.016 0.022,0.000 0.025,-0.186 0.157,0.004 0.002,0.039-0.018,0.059-0.029,0.067-0.033,0.072-0.091,0.002-0.039,-0.011-0.040,-0.020-0.039,-0.073-0.020,-0.012-0.042,-0.005-0.034,0.108-0.033,-0.013-0.011,-0.035 0.009,-0.015 0.024,-0.195 0.046,-0.043 0.012,-0.013 0.001,0.163-0.014,0.027 0.025,-0.133 0.101,0.091 0.001,0.090-0.018,0.082-0.029,0.070-0.033,0.057-0.033,0.044-0.030,0.032-0.025,0.022-0.021,0.014-0.016,0.008-0.012,0.004-0.008,0.001-0.005,-0.001-0.003,-0.002-0.001,-0.003 0.000,-0.003 0.000,-0.003 0.001,-0.002 0.001,-0.002 0.001,-0.001 0.001,-0.001 0.001,-0.001 0.001,0.000 0.000,0.000 0.000,0.000 0.000,0.000 0.000,0.000 0.000,0.000 0.000,0.001 0.000,0.004 0.001,0.004 0.001,0.004 0.001,0.003 0.001,0.003 0.001,0.002 0.000,0.002 0.000,0.001 0.000,0.001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inkml:trace>
</inkml:ink>
</file>

<file path=ppt/ink/ink1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4-11-01T14:40:3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1076.000 902.000,'-0.005'0.008,"-0.008"0.011,-0.009 0.013,-0.008 0.013,-0.007 0.011,-0.006 0.009,-0.005 0.008,-0.004 0.006,-0.003 0.004,-0.002 0.003,-0.001 0.002,-0.001 0.001,0.000 0.000,0.000 0.000,0.000 0.000,0.000 0.000,0.000 0.000,0.000 0.000,0.000 0.000,0.000 0.000,0.000 0.000,0.000 0.000,0.000 0.000,0.000 0.000,0.000 0.000,0.000 0.000,0.000 0.000,0.000 0.000,0.000 0.000,0.000 0.000,0.000 0.000,0.000 0.000,0.000 0.000,0.000 0.000,0.000 0.000,-0.009 0.025,-0.029 0.060,-0.034 0.072,0.024-0.025,-0.002 0.037,-0.053 0.118,-0.023-0.002,-0.025-0.025,0.012-0.040,0.009-0.009,0.017-0.004,0.031-0.015,0.019 0.016,0.012-0.021,-0.016 0.020,-0.014-0.025,-0.022 0.019,-0.143 0.322,0.000 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tags" Target="../tags/tag6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tags" Target="../tags/tag68.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tags" Target="../tags/tag69.xml"/><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0.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99" Type="http://schemas.openxmlformats.org/officeDocument/2006/relationships/image" Target="../media/image47.png"/><Relationship Id="rId98" Type="http://schemas.openxmlformats.org/officeDocument/2006/relationships/customXml" Target="../ink/ink57.xml"/><Relationship Id="rId97" Type="http://schemas.openxmlformats.org/officeDocument/2006/relationships/customXml" Target="../ink/ink56.xml"/><Relationship Id="rId96" Type="http://schemas.openxmlformats.org/officeDocument/2006/relationships/image" Target="../media/image46.png"/><Relationship Id="rId95" Type="http://schemas.openxmlformats.org/officeDocument/2006/relationships/customXml" Target="../ink/ink55.xml"/><Relationship Id="rId94" Type="http://schemas.openxmlformats.org/officeDocument/2006/relationships/image" Target="../media/image45.png"/><Relationship Id="rId93" Type="http://schemas.openxmlformats.org/officeDocument/2006/relationships/customXml" Target="../ink/ink54.xml"/><Relationship Id="rId92" Type="http://schemas.openxmlformats.org/officeDocument/2006/relationships/image" Target="../media/image44.png"/><Relationship Id="rId91" Type="http://schemas.openxmlformats.org/officeDocument/2006/relationships/customXml" Target="../ink/ink53.xml"/><Relationship Id="rId90" Type="http://schemas.openxmlformats.org/officeDocument/2006/relationships/customXml" Target="../ink/ink52.xml"/><Relationship Id="rId9" Type="http://schemas.openxmlformats.org/officeDocument/2006/relationships/image" Target="../media/image10.png"/><Relationship Id="rId89" Type="http://schemas.openxmlformats.org/officeDocument/2006/relationships/customXml" Target="../ink/ink51.xml"/><Relationship Id="rId88" Type="http://schemas.openxmlformats.org/officeDocument/2006/relationships/customXml" Target="../ink/ink50.xml"/><Relationship Id="rId87" Type="http://schemas.openxmlformats.org/officeDocument/2006/relationships/image" Target="../media/image43.png"/><Relationship Id="rId86" Type="http://schemas.openxmlformats.org/officeDocument/2006/relationships/customXml" Target="../ink/ink49.xml"/><Relationship Id="rId85" Type="http://schemas.openxmlformats.org/officeDocument/2006/relationships/image" Target="../media/image42.png"/><Relationship Id="rId84" Type="http://schemas.openxmlformats.org/officeDocument/2006/relationships/customXml" Target="../ink/ink48.xml"/><Relationship Id="rId83" Type="http://schemas.openxmlformats.org/officeDocument/2006/relationships/customXml" Target="../ink/ink47.xml"/><Relationship Id="rId82" Type="http://schemas.openxmlformats.org/officeDocument/2006/relationships/image" Target="../media/image41.png"/><Relationship Id="rId81" Type="http://schemas.openxmlformats.org/officeDocument/2006/relationships/customXml" Target="../ink/ink46.xml"/><Relationship Id="rId80" Type="http://schemas.openxmlformats.org/officeDocument/2006/relationships/image" Target="../media/image40.png"/><Relationship Id="rId8" Type="http://schemas.openxmlformats.org/officeDocument/2006/relationships/customXml" Target="../ink/ink4.xml"/><Relationship Id="rId79" Type="http://schemas.openxmlformats.org/officeDocument/2006/relationships/customXml" Target="../ink/ink45.xml"/><Relationship Id="rId78" Type="http://schemas.openxmlformats.org/officeDocument/2006/relationships/image" Target="../media/image39.png"/><Relationship Id="rId77" Type="http://schemas.openxmlformats.org/officeDocument/2006/relationships/customXml" Target="../ink/ink44.xml"/><Relationship Id="rId76" Type="http://schemas.openxmlformats.org/officeDocument/2006/relationships/customXml" Target="../ink/ink43.xml"/><Relationship Id="rId75" Type="http://schemas.openxmlformats.org/officeDocument/2006/relationships/image" Target="../media/image38.png"/><Relationship Id="rId74" Type="http://schemas.openxmlformats.org/officeDocument/2006/relationships/customXml" Target="../ink/ink42.xml"/><Relationship Id="rId73" Type="http://schemas.openxmlformats.org/officeDocument/2006/relationships/image" Target="../media/image37.png"/><Relationship Id="rId72" Type="http://schemas.openxmlformats.org/officeDocument/2006/relationships/customXml" Target="../ink/ink41.xml"/><Relationship Id="rId71" Type="http://schemas.openxmlformats.org/officeDocument/2006/relationships/image" Target="../media/image36.png"/><Relationship Id="rId70" Type="http://schemas.openxmlformats.org/officeDocument/2006/relationships/customXml" Target="../ink/ink40.xml"/><Relationship Id="rId7" Type="http://schemas.openxmlformats.org/officeDocument/2006/relationships/image" Target="../media/image9.png"/><Relationship Id="rId69" Type="http://schemas.openxmlformats.org/officeDocument/2006/relationships/customXml" Target="../ink/ink39.xml"/><Relationship Id="rId68" Type="http://schemas.openxmlformats.org/officeDocument/2006/relationships/image" Target="../media/image35.png"/><Relationship Id="rId67" Type="http://schemas.openxmlformats.org/officeDocument/2006/relationships/customXml" Target="../ink/ink38.xml"/><Relationship Id="rId66" Type="http://schemas.openxmlformats.org/officeDocument/2006/relationships/image" Target="../media/image34.png"/><Relationship Id="rId65" Type="http://schemas.openxmlformats.org/officeDocument/2006/relationships/customXml" Target="../ink/ink37.xml"/><Relationship Id="rId64" Type="http://schemas.openxmlformats.org/officeDocument/2006/relationships/image" Target="../media/image33.png"/><Relationship Id="rId63" Type="http://schemas.openxmlformats.org/officeDocument/2006/relationships/customXml" Target="../ink/ink36.xml"/><Relationship Id="rId62" Type="http://schemas.openxmlformats.org/officeDocument/2006/relationships/image" Target="../media/image32.png"/><Relationship Id="rId61" Type="http://schemas.openxmlformats.org/officeDocument/2006/relationships/customXml" Target="../ink/ink35.xml"/><Relationship Id="rId60" Type="http://schemas.openxmlformats.org/officeDocument/2006/relationships/image" Target="../media/image31.png"/><Relationship Id="rId6" Type="http://schemas.openxmlformats.org/officeDocument/2006/relationships/customXml" Target="../ink/ink3.xml"/><Relationship Id="rId59" Type="http://schemas.openxmlformats.org/officeDocument/2006/relationships/customXml" Target="../ink/ink34.xml"/><Relationship Id="rId58" Type="http://schemas.openxmlformats.org/officeDocument/2006/relationships/customXml" Target="../ink/ink33.xml"/><Relationship Id="rId57" Type="http://schemas.openxmlformats.org/officeDocument/2006/relationships/image" Target="../media/image30.png"/><Relationship Id="rId56" Type="http://schemas.openxmlformats.org/officeDocument/2006/relationships/customXml" Target="../ink/ink32.xml"/><Relationship Id="rId55" Type="http://schemas.openxmlformats.org/officeDocument/2006/relationships/image" Target="../media/image29.png"/><Relationship Id="rId54" Type="http://schemas.openxmlformats.org/officeDocument/2006/relationships/customXml" Target="../ink/ink31.xml"/><Relationship Id="rId53" Type="http://schemas.openxmlformats.org/officeDocument/2006/relationships/image" Target="../media/image28.png"/><Relationship Id="rId52" Type="http://schemas.openxmlformats.org/officeDocument/2006/relationships/customXml" Target="../ink/ink30.xml"/><Relationship Id="rId51" Type="http://schemas.openxmlformats.org/officeDocument/2006/relationships/customXml" Target="../ink/ink29.xml"/><Relationship Id="rId50" Type="http://schemas.openxmlformats.org/officeDocument/2006/relationships/image" Target="../media/image27.png"/><Relationship Id="rId5" Type="http://schemas.openxmlformats.org/officeDocument/2006/relationships/image" Target="../media/image8.png"/><Relationship Id="rId49" Type="http://schemas.openxmlformats.org/officeDocument/2006/relationships/customXml" Target="../ink/ink28.xml"/><Relationship Id="rId48" Type="http://schemas.openxmlformats.org/officeDocument/2006/relationships/customXml" Target="../ink/ink27.xml"/><Relationship Id="rId47" Type="http://schemas.openxmlformats.org/officeDocument/2006/relationships/image" Target="../media/image26.png"/><Relationship Id="rId46" Type="http://schemas.openxmlformats.org/officeDocument/2006/relationships/customXml" Target="../ink/ink26.xml"/><Relationship Id="rId45" Type="http://schemas.openxmlformats.org/officeDocument/2006/relationships/image" Target="../media/image25.png"/><Relationship Id="rId44" Type="http://schemas.openxmlformats.org/officeDocument/2006/relationships/customXml" Target="../ink/ink25.xml"/><Relationship Id="rId43" Type="http://schemas.openxmlformats.org/officeDocument/2006/relationships/image" Target="../media/image24.png"/><Relationship Id="rId42" Type="http://schemas.openxmlformats.org/officeDocument/2006/relationships/customXml" Target="../ink/ink24.xml"/><Relationship Id="rId41" Type="http://schemas.openxmlformats.org/officeDocument/2006/relationships/image" Target="../media/image23.png"/><Relationship Id="rId40" Type="http://schemas.openxmlformats.org/officeDocument/2006/relationships/customXml" Target="../ink/ink23.xml"/><Relationship Id="rId4" Type="http://schemas.openxmlformats.org/officeDocument/2006/relationships/customXml" Target="../ink/ink2.xml"/><Relationship Id="rId39" Type="http://schemas.openxmlformats.org/officeDocument/2006/relationships/image" Target="../media/image22.png"/><Relationship Id="rId38" Type="http://schemas.openxmlformats.org/officeDocument/2006/relationships/customXml" Target="../ink/ink22.xml"/><Relationship Id="rId37" Type="http://schemas.openxmlformats.org/officeDocument/2006/relationships/customXml" Target="../ink/ink21.xml"/><Relationship Id="rId36" Type="http://schemas.openxmlformats.org/officeDocument/2006/relationships/image" Target="../media/image21.png"/><Relationship Id="rId35" Type="http://schemas.openxmlformats.org/officeDocument/2006/relationships/customXml" Target="../ink/ink20.xml"/><Relationship Id="rId34" Type="http://schemas.openxmlformats.org/officeDocument/2006/relationships/customXml" Target="../ink/ink19.xml"/><Relationship Id="rId33" Type="http://schemas.openxmlformats.org/officeDocument/2006/relationships/image" Target="../media/image20.png"/><Relationship Id="rId32" Type="http://schemas.openxmlformats.org/officeDocument/2006/relationships/customXml" Target="../ink/ink18.xml"/><Relationship Id="rId31" Type="http://schemas.openxmlformats.org/officeDocument/2006/relationships/customXml" Target="../ink/ink17.xml"/><Relationship Id="rId30" Type="http://schemas.openxmlformats.org/officeDocument/2006/relationships/image" Target="../media/image19.png"/><Relationship Id="rId3" Type="http://schemas.openxmlformats.org/officeDocument/2006/relationships/image" Target="../media/image7.png"/><Relationship Id="rId29" Type="http://schemas.openxmlformats.org/officeDocument/2006/relationships/customXml" Target="../ink/ink16.xml"/><Relationship Id="rId28" Type="http://schemas.openxmlformats.org/officeDocument/2006/relationships/customXml" Target="../ink/ink15.xml"/><Relationship Id="rId27" Type="http://schemas.openxmlformats.org/officeDocument/2006/relationships/image" Target="../media/image18.png"/><Relationship Id="rId26" Type="http://schemas.openxmlformats.org/officeDocument/2006/relationships/customXml" Target="../ink/ink14.xml"/><Relationship Id="rId25" Type="http://schemas.openxmlformats.org/officeDocument/2006/relationships/image" Target="../media/image17.png"/><Relationship Id="rId24" Type="http://schemas.openxmlformats.org/officeDocument/2006/relationships/customXml" Target="../ink/ink13.xml"/><Relationship Id="rId23" Type="http://schemas.openxmlformats.org/officeDocument/2006/relationships/image" Target="../media/image16.png"/><Relationship Id="rId22" Type="http://schemas.openxmlformats.org/officeDocument/2006/relationships/customXml" Target="../ink/ink12.xml"/><Relationship Id="rId21" Type="http://schemas.openxmlformats.org/officeDocument/2006/relationships/customXml" Target="../ink/ink11.xml"/><Relationship Id="rId20" Type="http://schemas.openxmlformats.org/officeDocument/2006/relationships/image" Target="../media/image15.png"/><Relationship Id="rId2" Type="http://schemas.openxmlformats.org/officeDocument/2006/relationships/customXml" Target="../ink/ink1.xml"/><Relationship Id="rId19" Type="http://schemas.openxmlformats.org/officeDocument/2006/relationships/customXml" Target="../ink/ink10.xml"/><Relationship Id="rId18" Type="http://schemas.openxmlformats.org/officeDocument/2006/relationships/customXml" Target="../ink/ink9.xml"/><Relationship Id="rId176" Type="http://schemas.openxmlformats.org/officeDocument/2006/relationships/notesSlide" Target="../notesSlides/notesSlide2.xml"/><Relationship Id="rId175" Type="http://schemas.openxmlformats.org/officeDocument/2006/relationships/slideLayout" Target="../slideLayouts/slideLayout5.xml"/><Relationship Id="rId174" Type="http://schemas.openxmlformats.org/officeDocument/2006/relationships/tags" Target="../tags/tag71.xml"/><Relationship Id="rId173" Type="http://schemas.openxmlformats.org/officeDocument/2006/relationships/image" Target="../media/image79.png"/><Relationship Id="rId172" Type="http://schemas.openxmlformats.org/officeDocument/2006/relationships/customXml" Target="../ink/ink99.xml"/><Relationship Id="rId171" Type="http://schemas.openxmlformats.org/officeDocument/2006/relationships/image" Target="../media/image78.png"/><Relationship Id="rId170" Type="http://schemas.openxmlformats.org/officeDocument/2006/relationships/customXml" Target="../ink/ink98.xml"/><Relationship Id="rId17" Type="http://schemas.openxmlformats.org/officeDocument/2006/relationships/image" Target="../media/image14.png"/><Relationship Id="rId169" Type="http://schemas.openxmlformats.org/officeDocument/2006/relationships/customXml" Target="../ink/ink97.xml"/><Relationship Id="rId168" Type="http://schemas.openxmlformats.org/officeDocument/2006/relationships/image" Target="../media/image77.png"/><Relationship Id="rId167" Type="http://schemas.openxmlformats.org/officeDocument/2006/relationships/customXml" Target="../ink/ink96.xml"/><Relationship Id="rId166" Type="http://schemas.openxmlformats.org/officeDocument/2006/relationships/customXml" Target="../ink/ink95.xml"/><Relationship Id="rId165" Type="http://schemas.openxmlformats.org/officeDocument/2006/relationships/image" Target="../media/image76.png"/><Relationship Id="rId164" Type="http://schemas.openxmlformats.org/officeDocument/2006/relationships/customXml" Target="../ink/ink94.xml"/><Relationship Id="rId163" Type="http://schemas.openxmlformats.org/officeDocument/2006/relationships/image" Target="../media/image75.png"/><Relationship Id="rId162" Type="http://schemas.openxmlformats.org/officeDocument/2006/relationships/customXml" Target="../ink/ink93.xml"/><Relationship Id="rId161" Type="http://schemas.openxmlformats.org/officeDocument/2006/relationships/image" Target="../media/image74.png"/><Relationship Id="rId160" Type="http://schemas.openxmlformats.org/officeDocument/2006/relationships/customXml" Target="../ink/ink92.xml"/><Relationship Id="rId16" Type="http://schemas.openxmlformats.org/officeDocument/2006/relationships/customXml" Target="../ink/ink8.xml"/><Relationship Id="rId159" Type="http://schemas.openxmlformats.org/officeDocument/2006/relationships/image" Target="../media/image73.png"/><Relationship Id="rId158" Type="http://schemas.openxmlformats.org/officeDocument/2006/relationships/customXml" Target="../ink/ink91.xml"/><Relationship Id="rId157" Type="http://schemas.openxmlformats.org/officeDocument/2006/relationships/image" Target="../media/image72.png"/><Relationship Id="rId156" Type="http://schemas.openxmlformats.org/officeDocument/2006/relationships/customXml" Target="../ink/ink90.xml"/><Relationship Id="rId155" Type="http://schemas.openxmlformats.org/officeDocument/2006/relationships/image" Target="../media/image71.png"/><Relationship Id="rId154" Type="http://schemas.openxmlformats.org/officeDocument/2006/relationships/customXml" Target="../ink/ink89.xml"/><Relationship Id="rId153" Type="http://schemas.openxmlformats.org/officeDocument/2006/relationships/image" Target="../media/image70.png"/><Relationship Id="rId152" Type="http://schemas.openxmlformats.org/officeDocument/2006/relationships/customXml" Target="../ink/ink88.xml"/><Relationship Id="rId151" Type="http://schemas.openxmlformats.org/officeDocument/2006/relationships/image" Target="../media/image69.png"/><Relationship Id="rId150" Type="http://schemas.openxmlformats.org/officeDocument/2006/relationships/customXml" Target="../ink/ink87.xml"/><Relationship Id="rId15" Type="http://schemas.openxmlformats.org/officeDocument/2006/relationships/image" Target="../media/image13.png"/><Relationship Id="rId149" Type="http://schemas.openxmlformats.org/officeDocument/2006/relationships/image" Target="../media/image68.png"/><Relationship Id="rId148" Type="http://schemas.openxmlformats.org/officeDocument/2006/relationships/customXml" Target="../ink/ink86.xml"/><Relationship Id="rId147" Type="http://schemas.openxmlformats.org/officeDocument/2006/relationships/image" Target="../media/image67.png"/><Relationship Id="rId146" Type="http://schemas.openxmlformats.org/officeDocument/2006/relationships/customXml" Target="../ink/ink85.xml"/><Relationship Id="rId145" Type="http://schemas.openxmlformats.org/officeDocument/2006/relationships/image" Target="../media/image66.png"/><Relationship Id="rId144" Type="http://schemas.openxmlformats.org/officeDocument/2006/relationships/customXml" Target="../ink/ink84.xml"/><Relationship Id="rId143" Type="http://schemas.openxmlformats.org/officeDocument/2006/relationships/image" Target="../media/image65.png"/><Relationship Id="rId142" Type="http://schemas.openxmlformats.org/officeDocument/2006/relationships/customXml" Target="../ink/ink83.xml"/><Relationship Id="rId141" Type="http://schemas.openxmlformats.org/officeDocument/2006/relationships/image" Target="../media/image64.png"/><Relationship Id="rId140" Type="http://schemas.openxmlformats.org/officeDocument/2006/relationships/customXml" Target="../ink/ink82.xml"/><Relationship Id="rId14" Type="http://schemas.openxmlformats.org/officeDocument/2006/relationships/customXml" Target="../ink/ink7.xml"/><Relationship Id="rId139" Type="http://schemas.openxmlformats.org/officeDocument/2006/relationships/customXml" Target="../ink/ink81.xml"/><Relationship Id="rId138" Type="http://schemas.openxmlformats.org/officeDocument/2006/relationships/image" Target="../media/image63.png"/><Relationship Id="rId137" Type="http://schemas.openxmlformats.org/officeDocument/2006/relationships/customXml" Target="../ink/ink80.xml"/><Relationship Id="rId136" Type="http://schemas.openxmlformats.org/officeDocument/2006/relationships/image" Target="../media/image62.png"/><Relationship Id="rId135" Type="http://schemas.openxmlformats.org/officeDocument/2006/relationships/customXml" Target="../ink/ink79.xml"/><Relationship Id="rId134" Type="http://schemas.openxmlformats.org/officeDocument/2006/relationships/image" Target="../media/image61.png"/><Relationship Id="rId133" Type="http://schemas.openxmlformats.org/officeDocument/2006/relationships/customXml" Target="../ink/ink78.xml"/><Relationship Id="rId132" Type="http://schemas.openxmlformats.org/officeDocument/2006/relationships/customXml" Target="../ink/ink77.xml"/><Relationship Id="rId131" Type="http://schemas.openxmlformats.org/officeDocument/2006/relationships/image" Target="../media/image60.png"/><Relationship Id="rId130" Type="http://schemas.openxmlformats.org/officeDocument/2006/relationships/customXml" Target="../ink/ink76.xml"/><Relationship Id="rId13" Type="http://schemas.openxmlformats.org/officeDocument/2006/relationships/image" Target="../media/image12.png"/><Relationship Id="rId129" Type="http://schemas.openxmlformats.org/officeDocument/2006/relationships/image" Target="../media/image59.png"/><Relationship Id="rId128" Type="http://schemas.openxmlformats.org/officeDocument/2006/relationships/customXml" Target="../ink/ink75.xml"/><Relationship Id="rId127" Type="http://schemas.openxmlformats.org/officeDocument/2006/relationships/image" Target="../media/image58.png"/><Relationship Id="rId126" Type="http://schemas.openxmlformats.org/officeDocument/2006/relationships/customXml" Target="../ink/ink74.xml"/><Relationship Id="rId125" Type="http://schemas.openxmlformats.org/officeDocument/2006/relationships/image" Target="../media/image57.png"/><Relationship Id="rId124" Type="http://schemas.openxmlformats.org/officeDocument/2006/relationships/customXml" Target="../ink/ink73.xml"/><Relationship Id="rId123" Type="http://schemas.openxmlformats.org/officeDocument/2006/relationships/image" Target="../media/image56.png"/><Relationship Id="rId122" Type="http://schemas.openxmlformats.org/officeDocument/2006/relationships/customXml" Target="../ink/ink72.xml"/><Relationship Id="rId121" Type="http://schemas.openxmlformats.org/officeDocument/2006/relationships/image" Target="../media/image55.png"/><Relationship Id="rId120" Type="http://schemas.openxmlformats.org/officeDocument/2006/relationships/customXml" Target="../ink/ink71.xml"/><Relationship Id="rId12" Type="http://schemas.openxmlformats.org/officeDocument/2006/relationships/customXml" Target="../ink/ink6.xml"/><Relationship Id="rId119" Type="http://schemas.openxmlformats.org/officeDocument/2006/relationships/customXml" Target="../ink/ink70.xml"/><Relationship Id="rId118" Type="http://schemas.openxmlformats.org/officeDocument/2006/relationships/image" Target="../media/image54.png"/><Relationship Id="rId117" Type="http://schemas.openxmlformats.org/officeDocument/2006/relationships/customXml" Target="../ink/ink69.xml"/><Relationship Id="rId116" Type="http://schemas.openxmlformats.org/officeDocument/2006/relationships/image" Target="../media/image53.png"/><Relationship Id="rId115" Type="http://schemas.openxmlformats.org/officeDocument/2006/relationships/customXml" Target="../ink/ink68.xml"/><Relationship Id="rId114" Type="http://schemas.openxmlformats.org/officeDocument/2006/relationships/customXml" Target="../ink/ink67.xml"/><Relationship Id="rId113" Type="http://schemas.openxmlformats.org/officeDocument/2006/relationships/image" Target="../media/image52.png"/><Relationship Id="rId112" Type="http://schemas.openxmlformats.org/officeDocument/2006/relationships/customXml" Target="../ink/ink66.xml"/><Relationship Id="rId111" Type="http://schemas.openxmlformats.org/officeDocument/2006/relationships/image" Target="../media/image51.png"/><Relationship Id="rId110" Type="http://schemas.openxmlformats.org/officeDocument/2006/relationships/customXml" Target="../ink/ink65.xml"/><Relationship Id="rId11" Type="http://schemas.openxmlformats.org/officeDocument/2006/relationships/image" Target="../media/image11.png"/><Relationship Id="rId109" Type="http://schemas.openxmlformats.org/officeDocument/2006/relationships/customXml" Target="../ink/ink64.xml"/><Relationship Id="rId108" Type="http://schemas.openxmlformats.org/officeDocument/2006/relationships/customXml" Target="../ink/ink63.xml"/><Relationship Id="rId107" Type="http://schemas.openxmlformats.org/officeDocument/2006/relationships/image" Target="../media/image50.png"/><Relationship Id="rId106" Type="http://schemas.openxmlformats.org/officeDocument/2006/relationships/customXml" Target="../ink/ink62.xml"/><Relationship Id="rId105" Type="http://schemas.openxmlformats.org/officeDocument/2006/relationships/customXml" Target="../ink/ink61.xml"/><Relationship Id="rId104" Type="http://schemas.openxmlformats.org/officeDocument/2006/relationships/image" Target="../media/image49.png"/><Relationship Id="rId103" Type="http://schemas.openxmlformats.org/officeDocument/2006/relationships/customXml" Target="../ink/ink60.xml"/><Relationship Id="rId102" Type="http://schemas.openxmlformats.org/officeDocument/2006/relationships/image" Target="../media/image48.png"/><Relationship Id="rId101" Type="http://schemas.openxmlformats.org/officeDocument/2006/relationships/customXml" Target="../ink/ink59.xml"/><Relationship Id="rId100" Type="http://schemas.openxmlformats.org/officeDocument/2006/relationships/customXml" Target="../ink/ink58.xml"/><Relationship Id="rId10" Type="http://schemas.openxmlformats.org/officeDocument/2006/relationships/customXml" Target="../ink/ink5.xml"/><Relationship Id="rId1"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2.xml"/><Relationship Id="rId1" Type="http://schemas.openxmlformats.org/officeDocument/2006/relationships/image" Target="../media/image80.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tags" Target="../tags/tag73.xml"/><Relationship Id="rId1" Type="http://schemas.openxmlformats.org/officeDocument/2006/relationships/image" Target="../media/image81.jpeg"/></Relationships>
</file>

<file path=ppt/slides/_rels/slide10.xml.rels><?xml version="1.0" encoding="UTF-8" standalone="yes"?>
<Relationships xmlns="http://schemas.openxmlformats.org/package/2006/relationships"><Relationship Id="rId9" Type="http://schemas.openxmlformats.org/officeDocument/2006/relationships/image" Target="../media/image84.png"/><Relationship Id="rId8" Type="http://schemas.openxmlformats.org/officeDocument/2006/relationships/customXml" Target="../ink/ink104.xml"/><Relationship Id="rId7" Type="http://schemas.openxmlformats.org/officeDocument/2006/relationships/customXml" Target="../ink/ink103.xml"/><Relationship Id="rId6" Type="http://schemas.openxmlformats.org/officeDocument/2006/relationships/customXml" Target="../ink/ink102.xml"/><Relationship Id="rId5" Type="http://schemas.openxmlformats.org/officeDocument/2006/relationships/image" Target="../media/image83.png"/><Relationship Id="rId4" Type="http://schemas.openxmlformats.org/officeDocument/2006/relationships/customXml" Target="../ink/ink101.xml"/><Relationship Id="rId3" Type="http://schemas.openxmlformats.org/officeDocument/2006/relationships/image" Target="../media/image75.png"/><Relationship Id="rId26" Type="http://schemas.openxmlformats.org/officeDocument/2006/relationships/slideLayout" Target="../slideLayouts/slideLayout2.xml"/><Relationship Id="rId25" Type="http://schemas.openxmlformats.org/officeDocument/2006/relationships/tags" Target="../tags/tag74.xml"/><Relationship Id="rId24" Type="http://schemas.openxmlformats.org/officeDocument/2006/relationships/image" Target="../media/image90.png"/><Relationship Id="rId23" Type="http://schemas.openxmlformats.org/officeDocument/2006/relationships/customXml" Target="../ink/ink113.xml"/><Relationship Id="rId22" Type="http://schemas.openxmlformats.org/officeDocument/2006/relationships/image" Target="../media/image89.png"/><Relationship Id="rId21" Type="http://schemas.openxmlformats.org/officeDocument/2006/relationships/customXml" Target="../ink/ink112.xml"/><Relationship Id="rId20" Type="http://schemas.openxmlformats.org/officeDocument/2006/relationships/image" Target="../media/image88.png"/><Relationship Id="rId2" Type="http://schemas.openxmlformats.org/officeDocument/2006/relationships/customXml" Target="../ink/ink100.xml"/><Relationship Id="rId19" Type="http://schemas.openxmlformats.org/officeDocument/2006/relationships/customXml" Target="../ink/ink111.xml"/><Relationship Id="rId18" Type="http://schemas.openxmlformats.org/officeDocument/2006/relationships/customXml" Target="../ink/ink110.xml"/><Relationship Id="rId17" Type="http://schemas.openxmlformats.org/officeDocument/2006/relationships/image" Target="../media/image87.png"/><Relationship Id="rId16" Type="http://schemas.openxmlformats.org/officeDocument/2006/relationships/customXml" Target="../ink/ink109.xml"/><Relationship Id="rId15" Type="http://schemas.openxmlformats.org/officeDocument/2006/relationships/customXml" Target="../ink/ink108.xml"/><Relationship Id="rId14" Type="http://schemas.openxmlformats.org/officeDocument/2006/relationships/image" Target="../media/image86.png"/><Relationship Id="rId13" Type="http://schemas.openxmlformats.org/officeDocument/2006/relationships/customXml" Target="../ink/ink107.xml"/><Relationship Id="rId12" Type="http://schemas.openxmlformats.org/officeDocument/2006/relationships/image" Target="../media/image85.png"/><Relationship Id="rId11" Type="http://schemas.openxmlformats.org/officeDocument/2006/relationships/customXml" Target="../ink/ink106.xml"/><Relationship Id="rId10" Type="http://schemas.openxmlformats.org/officeDocument/2006/relationships/customXml" Target="../ink/ink105.xml"/><Relationship Id="rId1" Type="http://schemas.openxmlformats.org/officeDocument/2006/relationships/image" Target="../media/image82.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7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zh-CN">
                <a:latin typeface="宋体" panose="02010600030101010101" pitchFamily="2" charset="-122"/>
                <a:ea typeface="宋体" panose="02010600030101010101" pitchFamily="2" charset="-122"/>
                <a:cs typeface="宋体" panose="02010600030101010101" pitchFamily="2" charset="-122"/>
                <a:sym typeface="+mn-ea"/>
              </a:rPr>
              <a:t>马尔可夫</a:t>
            </a:r>
            <a:r>
              <a:rPr lang="en-US" altLang="zh-CN">
                <a:latin typeface="宋体" panose="02010600030101010101" pitchFamily="2" charset="-122"/>
                <a:ea typeface="宋体" panose="02010600030101010101" pitchFamily="2" charset="-122"/>
                <a:cs typeface="宋体" panose="02010600030101010101" pitchFamily="2" charset="-122"/>
                <a:sym typeface="+mn-ea"/>
              </a:rPr>
              <a:t>-</a:t>
            </a:r>
            <a:r>
              <a:rPr lang="zh-CN" altLang="en-US">
                <a:latin typeface="宋体" panose="02010600030101010101" pitchFamily="2" charset="-122"/>
                <a:ea typeface="宋体" panose="02010600030101010101" pitchFamily="2" charset="-122"/>
                <a:cs typeface="宋体" panose="02010600030101010101" pitchFamily="2" charset="-122"/>
                <a:sym typeface="+mn-ea"/>
              </a:rPr>
              <a:t>蒙特卡洛算法</a:t>
            </a:r>
            <a:endParaRPr lang="zh-CN" altLang="zh-CN">
              <a:latin typeface="宋体" panose="02010600030101010101" pitchFamily="2" charset="-122"/>
              <a:ea typeface="宋体" panose="02010600030101010101" pitchFamily="2" charset="-122"/>
              <a:cs typeface="宋体" panose="02010600030101010101" pitchFamily="2" charset="-122"/>
            </a:endParaRPr>
          </a:p>
        </p:txBody>
      </p:sp>
      <p:sp>
        <p:nvSpPr>
          <p:cNvPr id="3" name="副标题 2"/>
          <p:cNvSpPr>
            <a:spLocks noGrp="1"/>
          </p:cNvSpPr>
          <p:nvPr>
            <p:ph type="subTitle" idx="1"/>
            <p:custDataLst>
              <p:tags r:id="rId2"/>
            </p:custDataLst>
          </p:nvPr>
        </p:nvSpPr>
        <p:spPr/>
        <p:txBody>
          <a:bodyPr/>
          <a:p>
            <a:endParaRPr lang="zh-CN" altLang="en-US"/>
          </a:p>
        </p:txBody>
      </p:sp>
      <p:sp>
        <p:nvSpPr>
          <p:cNvPr id="4" name="文本框 3"/>
          <p:cNvSpPr txBox="1"/>
          <p:nvPr/>
        </p:nvSpPr>
        <p:spPr>
          <a:xfrm>
            <a:off x="0" y="7694930"/>
            <a:ext cx="4064000" cy="368300"/>
          </a:xfrm>
          <a:prstGeom prst="rect">
            <a:avLst/>
          </a:prstGeom>
          <a:noFill/>
        </p:spPr>
        <p:txBody>
          <a:bodyPr wrap="square" rtlCol="0">
            <a:spAutoFit/>
          </a:bodyPr>
          <a:p>
            <a:endParaRPr lang="zh-CN" altLang="en-US"/>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nvPr>
        </p:nvSpPr>
        <p:spPr/>
        <p:txBody>
          <a:bodyPr/>
          <a:p>
            <a:pPr marL="0" indent="0" algn="ctr">
              <a:buNone/>
            </a:pPr>
            <a:r>
              <a:rPr lang="zh-CN" altLang="en-US">
                <a:latin typeface="宋体" panose="02010600030101010101" pitchFamily="2" charset="-122"/>
                <a:ea typeface="宋体" panose="02010600030101010101" pitchFamily="2" charset="-122"/>
                <a:sym typeface="+mn-ea"/>
              </a:rPr>
              <a:t>联合极大似然估计</a:t>
            </a:r>
            <a:r>
              <a:rPr lang="en-US" altLang="zh-CN">
                <a:sym typeface="+mn-ea"/>
              </a:rPr>
              <a:t>                              </a:t>
            </a:r>
            <a:endParaRPr lang="zh-CN" altLang="en-US"/>
          </a:p>
          <a:p>
            <a:pPr marL="0" indent="0" algn="ctr">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zh-CN" altLang="en-US">
                <a:latin typeface="宋体" panose="02010600030101010101" pitchFamily="2" charset="-122"/>
                <a:ea typeface="宋体" panose="02010600030101010101" pitchFamily="2" charset="-122"/>
                <a:cs typeface="宋体" panose="02010600030101010101" pitchFamily="2" charset="-122"/>
                <a:sym typeface="+mn-ea"/>
              </a:rPr>
              <a:t>（容易过拟合）</a:t>
            </a:r>
            <a:endParaRPr lang="zh-CN" altLang="en-US"/>
          </a:p>
          <a:p>
            <a:pPr marL="0" indent="0" algn="ctr">
              <a:buNone/>
            </a:pPr>
            <a:r>
              <a:rPr lang="en-US" altLang="zh-CN">
                <a:sym typeface="+mn-ea"/>
              </a:rPr>
              <a:t>    </a:t>
            </a:r>
            <a:endParaRPr lang="zh-CN" altLang="en-US"/>
          </a:p>
          <a:p>
            <a:pPr marL="0" indent="0" algn="ctr">
              <a:buNone/>
            </a:pPr>
            <a:r>
              <a:rPr lang="zh-CN" altLang="en-US">
                <a:latin typeface="宋体" panose="02010600030101010101" pitchFamily="2" charset="-122"/>
                <a:ea typeface="宋体" panose="02010600030101010101" pitchFamily="2" charset="-122"/>
                <a:sym typeface="+mn-ea"/>
              </a:rPr>
              <a:t>贝叶斯估计</a:t>
            </a:r>
            <a:endParaRPr lang="zh-CN" altLang="en-US"/>
          </a:p>
          <a:p>
            <a:pPr marL="0" indent="0" algn="ctr">
              <a:buNone/>
            </a:pPr>
            <a:r>
              <a:rPr lang="en-US" altLang="zh-CN">
                <a:sym typeface="+mn-ea"/>
              </a:rPr>
              <a:t>                    </a:t>
            </a:r>
            <a:r>
              <a:rPr lang="zh-CN" altLang="en-US">
                <a:latin typeface="宋体" panose="02010600030101010101" pitchFamily="2" charset="-122"/>
                <a:ea typeface="宋体" panose="02010600030101010101" pitchFamily="2" charset="-122"/>
                <a:sym typeface="+mn-ea"/>
              </a:rPr>
              <a:t>（</a:t>
            </a:r>
            <a:r>
              <a:rPr lang="zh-CN" altLang="en-US">
                <a:latin typeface="宋体" panose="02010600030101010101" pitchFamily="2" charset="-122"/>
                <a:ea typeface="宋体" panose="02010600030101010101" pitchFamily="2" charset="-122"/>
                <a:sym typeface="+mn-ea"/>
              </a:rPr>
              <a:t>马尔可夫链</a:t>
            </a:r>
            <a:r>
              <a:rPr lang="zh-CN" altLang="en-US">
                <a:latin typeface="宋体" panose="02010600030101010101" pitchFamily="2" charset="-122"/>
                <a:ea typeface="宋体" panose="02010600030101010101" pitchFamily="2" charset="-122"/>
                <a:sym typeface="+mn-ea"/>
              </a:rPr>
              <a:t>）</a:t>
            </a:r>
            <a:endParaRPr lang="zh-CN" altLang="en-US"/>
          </a:p>
          <a:p>
            <a:pPr marL="0" indent="0" algn="ctr">
              <a:buNone/>
            </a:pPr>
            <a:r>
              <a:rPr lang="en-US" altLang="zh-CN">
                <a:sym typeface="+mn-ea"/>
              </a:rPr>
              <a:t>  </a:t>
            </a:r>
            <a:endParaRPr lang="zh-CN" altLang="en-US"/>
          </a:p>
          <a:p>
            <a:pPr marL="0" indent="0" algn="ctr">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马尔可夫</a:t>
            </a:r>
            <a:r>
              <a:rPr lang="en-US" altLang="zh-CN">
                <a:latin typeface="宋体" panose="02010600030101010101" pitchFamily="2" charset="-122"/>
                <a:ea typeface="宋体" panose="02010600030101010101" pitchFamily="2" charset="-122"/>
                <a:cs typeface="宋体" panose="02010600030101010101" pitchFamily="2" charset="-122"/>
                <a:sym typeface="+mn-ea"/>
              </a:rPr>
              <a:t>-</a:t>
            </a:r>
            <a:r>
              <a:rPr lang="zh-CN" altLang="en-US">
                <a:latin typeface="宋体" panose="02010600030101010101" pitchFamily="2" charset="-122"/>
                <a:ea typeface="宋体" panose="02010600030101010101" pitchFamily="2" charset="-122"/>
                <a:cs typeface="宋体" panose="02010600030101010101" pitchFamily="2" charset="-122"/>
                <a:sym typeface="+mn-ea"/>
              </a:rPr>
              <a:t>蒙特卡洛算法</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a:p>
          <a:p>
            <a:pPr marL="0" indent="0">
              <a:buNone/>
            </a:pPr>
            <a:endParaRPr lang="zh-CN" altLang="en-US"/>
          </a:p>
        </p:txBody>
      </p:sp>
      <p:sp>
        <p:nvSpPr>
          <p:cNvPr id="3" name="下箭头 2"/>
          <p:cNvSpPr/>
          <p:nvPr/>
        </p:nvSpPr>
        <p:spPr>
          <a:xfrm>
            <a:off x="5930900" y="1184910"/>
            <a:ext cx="139065" cy="103124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下箭头 3"/>
          <p:cNvSpPr/>
          <p:nvPr/>
        </p:nvSpPr>
        <p:spPr>
          <a:xfrm>
            <a:off x="5930900" y="2719070"/>
            <a:ext cx="139065" cy="106045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宋体" panose="02010600030101010101" pitchFamily="2" charset="-122"/>
                <a:ea typeface="宋体" panose="02010600030101010101" pitchFamily="2" charset="-122"/>
                <a:sym typeface="+mn-ea"/>
              </a:rPr>
              <a:t>联合极大似然估计</a:t>
            </a:r>
            <a:endParaRPr lang="zh-CN" altLang="en-US">
              <a:latin typeface="宋体" panose="02010600030101010101" pitchFamily="2" charset="-122"/>
              <a:ea typeface="宋体" panose="02010600030101010101" pitchFamily="2" charset="-122"/>
            </a:endParaRPr>
          </a:p>
        </p:txBody>
      </p:sp>
      <p:sp>
        <p:nvSpPr>
          <p:cNvPr id="3" name="文本占位符 2"/>
          <p:cNvSpPr>
            <a:spLocks noGrp="1"/>
          </p:cNvSpPr>
          <p:nvPr>
            <p:ph type="body" idx="1"/>
          </p:nvPr>
        </p:nvSpPr>
        <p:spPr/>
        <p:txBody>
          <a:bodyPr>
            <a:noAutofit/>
          </a:bodyPr>
          <a:p>
            <a:r>
              <a:rPr lang="zh-CN" altLang="en-US" sz="1900">
                <a:latin typeface="宋体" panose="02010600030101010101" pitchFamily="2" charset="-122"/>
                <a:ea typeface="宋体" panose="02010600030101010101" pitchFamily="2" charset="-122"/>
                <a:sym typeface="+mn-ea"/>
              </a:rPr>
              <a:t>极大似然估计</a:t>
            </a:r>
            <a:endParaRPr lang="zh-CN" altLang="en-US" sz="1900">
              <a:latin typeface="宋体" panose="02010600030101010101" pitchFamily="2" charset="-122"/>
              <a:ea typeface="宋体" panose="02010600030101010101" pitchFamily="2" charset="-122"/>
            </a:endParaRPr>
          </a:p>
          <a:p>
            <a:endParaRPr lang="zh-CN" altLang="en-US" sz="900">
              <a:latin typeface="宋体" panose="02010600030101010101" pitchFamily="2" charset="-122"/>
              <a:ea typeface="宋体" panose="02010600030101010101" pitchFamily="2" charset="-122"/>
            </a:endParaRPr>
          </a:p>
        </p:txBody>
      </p:sp>
      <p:sp>
        <p:nvSpPr>
          <p:cNvPr id="4" name="内容占位符 3"/>
          <p:cNvSpPr>
            <a:spLocks noGrp="1"/>
          </p:cNvSpPr>
          <p:nvPr>
            <p:ph sz="half" idx="2"/>
          </p:nvPr>
        </p:nvSpPr>
        <p:spPr/>
        <p:txBody>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原理：随机试验结果</a:t>
            </a:r>
            <a:r>
              <a:rPr lang="en-US" altLang="zh-CN">
                <a:latin typeface="宋体" panose="02010600030101010101" pitchFamily="2" charset="-122"/>
                <a:ea typeface="宋体" panose="02010600030101010101" pitchFamily="2" charset="-122"/>
                <a:cs typeface="宋体" panose="02010600030101010101" pitchFamily="2" charset="-122"/>
                <a:sym typeface="+mn-ea"/>
              </a:rPr>
              <a:t>=</a:t>
            </a:r>
            <a:r>
              <a:rPr lang="zh-CN" altLang="en-US">
                <a:latin typeface="宋体" panose="02010600030101010101" pitchFamily="2" charset="-122"/>
                <a:ea typeface="宋体" panose="02010600030101010101" pitchFamily="2" charset="-122"/>
                <a:cs typeface="宋体" panose="02010600030101010101" pitchFamily="2" charset="-122"/>
                <a:sym typeface="+mn-ea"/>
              </a:rPr>
              <a:t>所有可能出现结果当中出现概率最大的</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5" name="文本占位符 4"/>
          <p:cNvSpPr>
            <a:spLocks noGrp="1"/>
          </p:cNvSpPr>
          <p:nvPr>
            <p:ph type="body" sz="quarter" idx="3"/>
          </p:nvPr>
        </p:nvSpPr>
        <p:spPr/>
        <p:txBody>
          <a:bodyPr/>
          <a:p>
            <a:endParaRPr lang="zh-CN" altLang="en-US"/>
          </a:p>
        </p:txBody>
      </p:sp>
      <p:sp>
        <p:nvSpPr>
          <p:cNvPr id="6" name="内容占位符 5"/>
          <p:cNvSpPr>
            <a:spLocks noGrp="1"/>
          </p:cNvSpPr>
          <p:nvPr>
            <p:ph sz="quarter" idx="4"/>
          </p:nvPr>
        </p:nvSpPr>
        <p:spPr/>
        <p:txBody>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Θ：学习者的特征参数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a</a:t>
            </a:r>
            <a:r>
              <a:rPr lang="zh-CN" altLang="en-US">
                <a:latin typeface="宋体" panose="02010600030101010101" pitchFamily="2" charset="-122"/>
                <a:ea typeface="宋体" panose="02010600030101010101" pitchFamily="2" charset="-122"/>
                <a:cs typeface="宋体" panose="02010600030101010101" pitchFamily="2" charset="-122"/>
                <a:sym typeface="+mn-ea"/>
              </a:rPr>
              <a:t>、</a:t>
            </a:r>
            <a:r>
              <a:rPr lang="en-US" altLang="zh-CN">
                <a:latin typeface="宋体" panose="02010600030101010101" pitchFamily="2" charset="-122"/>
                <a:ea typeface="宋体" panose="02010600030101010101" pitchFamily="2" charset="-122"/>
                <a:cs typeface="宋体" panose="02010600030101010101" pitchFamily="2" charset="-122"/>
                <a:sym typeface="+mn-ea"/>
              </a:rPr>
              <a:t>b</a:t>
            </a:r>
            <a:r>
              <a:rPr lang="zh-CN" altLang="en-US">
                <a:latin typeface="宋体" panose="02010600030101010101" pitchFamily="2" charset="-122"/>
                <a:ea typeface="宋体" panose="02010600030101010101" pitchFamily="2" charset="-122"/>
                <a:cs typeface="宋体" panose="02010600030101010101" pitchFamily="2" charset="-122"/>
                <a:sym typeface="+mn-ea"/>
              </a:rPr>
              <a:t>：考试试题的特征参数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R</a:t>
            </a:r>
            <a:r>
              <a:rPr lang="zh-CN" altLang="en-US">
                <a:latin typeface="宋体" panose="02010600030101010101" pitchFamily="2" charset="-122"/>
                <a:ea typeface="宋体" panose="02010600030101010101" pitchFamily="2" charset="-122"/>
                <a:cs typeface="宋体" panose="02010600030101010101" pitchFamily="2" charset="-122"/>
                <a:sym typeface="+mn-ea"/>
              </a:rPr>
              <a:t>：试题作答结果</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I</a:t>
            </a:r>
            <a:r>
              <a:rPr lang="zh-CN" altLang="en-US">
                <a:latin typeface="宋体" panose="02010600030101010101" pitchFamily="2" charset="-122"/>
                <a:ea typeface="宋体" panose="02010600030101010101" pitchFamily="2" charset="-122"/>
                <a:cs typeface="宋体" panose="02010600030101010101" pitchFamily="2" charset="-122"/>
                <a:sym typeface="+mn-ea"/>
              </a:rPr>
              <a:t>：学习者人数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J</a:t>
            </a:r>
            <a:r>
              <a:rPr lang="zh-CN" altLang="en-US">
                <a:latin typeface="宋体" panose="02010600030101010101" pitchFamily="2" charset="-122"/>
                <a:ea typeface="宋体" panose="02010600030101010101" pitchFamily="2" charset="-122"/>
                <a:cs typeface="宋体" panose="02010600030101010101" pitchFamily="2" charset="-122"/>
                <a:sym typeface="+mn-ea"/>
              </a:rPr>
              <a:t>：考试试题总数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Pij</a:t>
            </a:r>
            <a:r>
              <a:rPr lang="zh-CN" altLang="en-US">
                <a:latin typeface="宋体" panose="02010600030101010101" pitchFamily="2" charset="-122"/>
                <a:ea typeface="宋体" panose="02010600030101010101" pitchFamily="2" charset="-122"/>
                <a:cs typeface="宋体" panose="02010600030101010101" pitchFamily="2" charset="-122"/>
                <a:sym typeface="+mn-ea"/>
              </a:rPr>
              <a:t>：第</a:t>
            </a:r>
            <a:r>
              <a:rPr lang="en-US" altLang="zh-CN">
                <a:latin typeface="宋体" panose="02010600030101010101" pitchFamily="2" charset="-122"/>
                <a:ea typeface="宋体" panose="02010600030101010101" pitchFamily="2" charset="-122"/>
                <a:cs typeface="宋体" panose="02010600030101010101" pitchFamily="2" charset="-122"/>
                <a:sym typeface="+mn-ea"/>
              </a:rPr>
              <a:t>i</a:t>
            </a:r>
            <a:r>
              <a:rPr lang="zh-CN" altLang="en-US">
                <a:latin typeface="宋体" panose="02010600030101010101" pitchFamily="2" charset="-122"/>
                <a:ea typeface="宋体" panose="02010600030101010101" pitchFamily="2" charset="-122"/>
                <a:cs typeface="宋体" panose="02010600030101010101" pitchFamily="2" charset="-122"/>
                <a:sym typeface="+mn-ea"/>
              </a:rPr>
              <a:t>名学习者</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正确</a:t>
            </a:r>
            <a:r>
              <a:rPr lang="zh-CN" altLang="en-US">
                <a:latin typeface="宋体" panose="02010600030101010101" pitchFamily="2" charset="-122"/>
                <a:ea typeface="宋体" panose="02010600030101010101" pitchFamily="2" charset="-122"/>
                <a:cs typeface="宋体" panose="02010600030101010101" pitchFamily="2" charset="-122"/>
                <a:sym typeface="+mn-ea"/>
              </a:rPr>
              <a:t>作答试题</a:t>
            </a:r>
            <a:r>
              <a:rPr lang="en-US" altLang="zh-CN">
                <a:latin typeface="宋体" panose="02010600030101010101" pitchFamily="2" charset="-122"/>
                <a:ea typeface="宋体" panose="02010600030101010101" pitchFamily="2" charset="-122"/>
                <a:cs typeface="宋体" panose="02010600030101010101" pitchFamily="2" charset="-122"/>
                <a:sym typeface="+mn-ea"/>
              </a:rPr>
              <a:t>j</a:t>
            </a:r>
            <a:r>
              <a:rPr lang="zh-CN" altLang="en-US">
                <a:latin typeface="宋体" panose="02010600030101010101" pitchFamily="2" charset="-122"/>
                <a:ea typeface="宋体" panose="02010600030101010101" pitchFamily="2" charset="-122"/>
                <a:cs typeface="宋体" panose="02010600030101010101" pitchFamily="2" charset="-122"/>
                <a:sym typeface="+mn-ea"/>
              </a:rPr>
              <a:t>的概率</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Qij</a:t>
            </a:r>
            <a:r>
              <a:rPr lang="zh-CN" altLang="en-US">
                <a:latin typeface="宋体" panose="02010600030101010101" pitchFamily="2" charset="-122"/>
                <a:ea typeface="宋体" panose="02010600030101010101" pitchFamily="2" charset="-122"/>
                <a:cs typeface="宋体" panose="02010600030101010101" pitchFamily="2" charset="-122"/>
                <a:sym typeface="+mn-ea"/>
              </a:rPr>
              <a:t>：第</a:t>
            </a:r>
            <a:r>
              <a:rPr lang="en-US" altLang="zh-CN">
                <a:latin typeface="宋体" panose="02010600030101010101" pitchFamily="2" charset="-122"/>
                <a:ea typeface="宋体" panose="02010600030101010101" pitchFamily="2" charset="-122"/>
                <a:cs typeface="宋体" panose="02010600030101010101" pitchFamily="2" charset="-122"/>
                <a:sym typeface="+mn-ea"/>
              </a:rPr>
              <a:t>i</a:t>
            </a:r>
            <a:r>
              <a:rPr lang="zh-CN" altLang="en-US">
                <a:latin typeface="宋体" panose="02010600030101010101" pitchFamily="2" charset="-122"/>
                <a:ea typeface="宋体" panose="02010600030101010101" pitchFamily="2" charset="-122"/>
                <a:cs typeface="宋体" panose="02010600030101010101" pitchFamily="2" charset="-122"/>
                <a:sym typeface="+mn-ea"/>
              </a:rPr>
              <a:t>名学习者</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错误</a:t>
            </a:r>
            <a:r>
              <a:rPr lang="zh-CN" altLang="en-US">
                <a:latin typeface="宋体" panose="02010600030101010101" pitchFamily="2" charset="-122"/>
                <a:ea typeface="宋体" panose="02010600030101010101" pitchFamily="2" charset="-122"/>
                <a:cs typeface="宋体" panose="02010600030101010101" pitchFamily="2" charset="-122"/>
                <a:sym typeface="+mn-ea"/>
              </a:rPr>
              <a:t>作答试题</a:t>
            </a:r>
            <a:r>
              <a:rPr lang="en-US" altLang="zh-CN">
                <a:latin typeface="宋体" panose="02010600030101010101" pitchFamily="2" charset="-122"/>
                <a:ea typeface="宋体" panose="02010600030101010101" pitchFamily="2" charset="-122"/>
                <a:cs typeface="宋体" panose="02010600030101010101" pitchFamily="2" charset="-122"/>
                <a:sym typeface="+mn-ea"/>
              </a:rPr>
              <a:t>j</a:t>
            </a:r>
            <a:r>
              <a:rPr lang="zh-CN" altLang="en-US">
                <a:latin typeface="宋体" panose="02010600030101010101" pitchFamily="2" charset="-122"/>
                <a:ea typeface="宋体" panose="02010600030101010101" pitchFamily="2" charset="-122"/>
                <a:cs typeface="宋体" panose="02010600030101010101" pitchFamily="2" charset="-122"/>
                <a:sym typeface="+mn-ea"/>
              </a:rPr>
              <a:t>的概率</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Qij=1-Pij</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endParaRPr>
          </a:p>
        </p:txBody>
      </p:sp>
      <p:pic>
        <p:nvPicPr>
          <p:cNvPr id="7" name="图片 6" descr="屏幕截图 2024-10-28 190642"/>
          <p:cNvPicPr>
            <a:picLocks noChangeAspect="1"/>
          </p:cNvPicPr>
          <p:nvPr/>
        </p:nvPicPr>
        <p:blipFill>
          <a:blip r:embed="rId1"/>
          <a:stretch>
            <a:fillRect/>
          </a:stretch>
        </p:blipFill>
        <p:spPr>
          <a:xfrm>
            <a:off x="955675" y="2601595"/>
            <a:ext cx="4248150" cy="1019175"/>
          </a:xfrm>
          <a:prstGeom prst="rect">
            <a:avLst/>
          </a:prstGeom>
        </p:spPr>
      </p:pic>
      <p:pic>
        <p:nvPicPr>
          <p:cNvPr id="8" name="图片 7" descr="屏幕截图 2024-10-28 190950"/>
          <p:cNvPicPr>
            <a:picLocks noChangeAspect="1"/>
          </p:cNvPicPr>
          <p:nvPr/>
        </p:nvPicPr>
        <p:blipFill>
          <a:blip r:embed="rId2"/>
          <a:stretch>
            <a:fillRect/>
          </a:stretch>
        </p:blipFill>
        <p:spPr>
          <a:xfrm>
            <a:off x="517525" y="3576320"/>
            <a:ext cx="5386705" cy="381000"/>
          </a:xfrm>
          <a:prstGeom prst="rect">
            <a:avLst/>
          </a:prstGeom>
        </p:spPr>
      </p:pic>
      <p:pic>
        <p:nvPicPr>
          <p:cNvPr id="9" name="图片 8" descr="屏幕截图 2024-10-28 191106"/>
          <p:cNvPicPr>
            <a:picLocks noChangeAspect="1"/>
          </p:cNvPicPr>
          <p:nvPr/>
        </p:nvPicPr>
        <p:blipFill>
          <a:blip r:embed="rId3"/>
          <a:stretch>
            <a:fillRect/>
          </a:stretch>
        </p:blipFill>
        <p:spPr>
          <a:xfrm>
            <a:off x="1960245" y="4043045"/>
            <a:ext cx="2639060" cy="2314575"/>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宋体" panose="02010600030101010101" pitchFamily="2" charset="-122"/>
                <a:ea typeface="宋体" panose="02010600030101010101" pitchFamily="2" charset="-122"/>
                <a:sym typeface="+mn-ea"/>
              </a:rPr>
              <a:t>联合极大似然估计</a:t>
            </a:r>
            <a:endParaRPr lang="zh-CN" altLang="en-US">
              <a:latin typeface="宋体" panose="02010600030101010101" pitchFamily="2" charset="-122"/>
              <a:ea typeface="宋体" panose="02010600030101010101" pitchFamily="2" charset="-122"/>
            </a:endParaRPr>
          </a:p>
        </p:txBody>
      </p:sp>
      <p:sp>
        <p:nvSpPr>
          <p:cNvPr id="3" name="内容占位符 2"/>
          <p:cNvSpPr>
            <a:spLocks noGrp="1"/>
          </p:cNvSpPr>
          <p:nvPr>
            <p:ph sz="half" idx="1"/>
          </p:nvPr>
        </p:nvSpPr>
        <p:spPr/>
        <p:txBody>
          <a:bodyPr>
            <a:normAutofit lnSpcReduction="10000"/>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条件极大似然估计</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zh-CN" altLang="en-US">
                <a:latin typeface="宋体" panose="02010600030101010101" pitchFamily="2" charset="-122"/>
                <a:ea typeface="宋体" panose="02010600030101010101" pitchFamily="2" charset="-122"/>
                <a:cs typeface="宋体" panose="02010600030101010101" pitchFamily="2" charset="-122"/>
                <a:sym typeface="+mn-ea"/>
              </a:rPr>
              <a:t>已知参数的条件下对其他参数进行估计</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zh-CN" altLang="en-US">
                <a:latin typeface="宋体" panose="02010600030101010101" pitchFamily="2" charset="-122"/>
                <a:ea typeface="宋体" panose="02010600030101010101" pitchFamily="2" charset="-122"/>
                <a:cs typeface="宋体" panose="02010600030101010101" pitchFamily="2" charset="-122"/>
                <a:sym typeface="+mn-ea"/>
              </a:rPr>
              <a:t>学习者的特征参数？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联合极大似然估计</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zh-CN" altLang="en-US">
                <a:latin typeface="宋体" panose="02010600030101010101" pitchFamily="2" charset="-122"/>
                <a:ea typeface="宋体" panose="02010600030101010101" pitchFamily="2" charset="-122"/>
                <a:cs typeface="宋体" panose="02010600030101010101" pitchFamily="2" charset="-122"/>
                <a:sym typeface="+mn-ea"/>
              </a:rPr>
              <a:t>试题特征参数？</a:t>
            </a:r>
            <a:r>
              <a:rPr lang="en-US" altLang="zh-CN">
                <a:latin typeface="宋体" panose="02010600030101010101" pitchFamily="2" charset="-122"/>
                <a:ea typeface="宋体" panose="02010600030101010101" pitchFamily="2" charset="-122"/>
                <a:cs typeface="宋体" panose="02010600030101010101" pitchFamily="2" charset="-122"/>
                <a:sym typeface="+mn-ea"/>
              </a:rPr>
              <a:t> </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zh-CN" altLang="en-US">
                <a:latin typeface="宋体" panose="02010600030101010101" pitchFamily="2" charset="-122"/>
                <a:ea typeface="宋体" panose="02010600030101010101" pitchFamily="2" charset="-122"/>
                <a:cs typeface="宋体" panose="02010600030101010101" pitchFamily="2" charset="-122"/>
                <a:sym typeface="+mn-ea"/>
              </a:rPr>
              <a:t>不断相互校正，反复迭代，求参数的稳定估计结果</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4" name="内容占位符 3"/>
          <p:cNvSpPr>
            <a:spLocks noGrp="1"/>
          </p:cNvSpPr>
          <p:nvPr>
            <p:ph sz="half" idx="2"/>
          </p:nvPr>
        </p:nvSpPr>
        <p:spPr/>
        <p:txBody>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Θ：学习者的特征参数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a</a:t>
            </a:r>
            <a:r>
              <a:rPr lang="zh-CN" altLang="en-US">
                <a:latin typeface="宋体" panose="02010600030101010101" pitchFamily="2" charset="-122"/>
                <a:ea typeface="宋体" panose="02010600030101010101" pitchFamily="2" charset="-122"/>
                <a:cs typeface="宋体" panose="02010600030101010101" pitchFamily="2" charset="-122"/>
                <a:sym typeface="+mn-ea"/>
              </a:rPr>
              <a:t>、</a:t>
            </a:r>
            <a:r>
              <a:rPr lang="en-US" altLang="zh-CN">
                <a:latin typeface="宋体" panose="02010600030101010101" pitchFamily="2" charset="-122"/>
                <a:ea typeface="宋体" panose="02010600030101010101" pitchFamily="2" charset="-122"/>
                <a:cs typeface="宋体" panose="02010600030101010101" pitchFamily="2" charset="-122"/>
                <a:sym typeface="+mn-ea"/>
              </a:rPr>
              <a:t>b</a:t>
            </a:r>
            <a:r>
              <a:rPr lang="zh-CN" altLang="en-US">
                <a:latin typeface="宋体" panose="02010600030101010101" pitchFamily="2" charset="-122"/>
                <a:ea typeface="宋体" panose="02010600030101010101" pitchFamily="2" charset="-122"/>
                <a:cs typeface="宋体" panose="02010600030101010101" pitchFamily="2" charset="-122"/>
                <a:sym typeface="+mn-ea"/>
              </a:rPr>
              <a:t>：考试试题的特征参数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R</a:t>
            </a:r>
            <a:r>
              <a:rPr lang="zh-CN" altLang="en-US">
                <a:latin typeface="宋体" panose="02010600030101010101" pitchFamily="2" charset="-122"/>
                <a:ea typeface="宋体" panose="02010600030101010101" pitchFamily="2" charset="-122"/>
                <a:cs typeface="宋体" panose="02010600030101010101" pitchFamily="2" charset="-122"/>
                <a:sym typeface="+mn-ea"/>
              </a:rPr>
              <a:t>：试题作答结果</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I</a:t>
            </a:r>
            <a:r>
              <a:rPr lang="zh-CN" altLang="en-US">
                <a:latin typeface="宋体" panose="02010600030101010101" pitchFamily="2" charset="-122"/>
                <a:ea typeface="宋体" panose="02010600030101010101" pitchFamily="2" charset="-122"/>
                <a:cs typeface="宋体" panose="02010600030101010101" pitchFamily="2" charset="-122"/>
                <a:sym typeface="+mn-ea"/>
              </a:rPr>
              <a:t>：学习者人数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J</a:t>
            </a:r>
            <a:r>
              <a:rPr lang="zh-CN" altLang="en-US">
                <a:latin typeface="宋体" panose="02010600030101010101" pitchFamily="2" charset="-122"/>
                <a:ea typeface="宋体" panose="02010600030101010101" pitchFamily="2" charset="-122"/>
                <a:cs typeface="宋体" panose="02010600030101010101" pitchFamily="2" charset="-122"/>
                <a:sym typeface="+mn-ea"/>
              </a:rPr>
              <a:t>：考试试题总数</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Pij</a:t>
            </a:r>
            <a:r>
              <a:rPr lang="zh-CN" altLang="en-US">
                <a:latin typeface="宋体" panose="02010600030101010101" pitchFamily="2" charset="-122"/>
                <a:ea typeface="宋体" panose="02010600030101010101" pitchFamily="2" charset="-122"/>
                <a:cs typeface="宋体" panose="02010600030101010101" pitchFamily="2" charset="-122"/>
                <a:sym typeface="+mn-ea"/>
              </a:rPr>
              <a:t>：第</a:t>
            </a:r>
            <a:r>
              <a:rPr lang="en-US" altLang="zh-CN">
                <a:latin typeface="宋体" panose="02010600030101010101" pitchFamily="2" charset="-122"/>
                <a:ea typeface="宋体" panose="02010600030101010101" pitchFamily="2" charset="-122"/>
                <a:cs typeface="宋体" panose="02010600030101010101" pitchFamily="2" charset="-122"/>
                <a:sym typeface="+mn-ea"/>
              </a:rPr>
              <a:t>i</a:t>
            </a:r>
            <a:r>
              <a:rPr lang="zh-CN" altLang="en-US">
                <a:latin typeface="宋体" panose="02010600030101010101" pitchFamily="2" charset="-122"/>
                <a:ea typeface="宋体" panose="02010600030101010101" pitchFamily="2" charset="-122"/>
                <a:cs typeface="宋体" panose="02010600030101010101" pitchFamily="2" charset="-122"/>
                <a:sym typeface="+mn-ea"/>
              </a:rPr>
              <a:t>名学习者</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正确</a:t>
            </a:r>
            <a:r>
              <a:rPr lang="zh-CN" altLang="en-US">
                <a:latin typeface="宋体" panose="02010600030101010101" pitchFamily="2" charset="-122"/>
                <a:ea typeface="宋体" panose="02010600030101010101" pitchFamily="2" charset="-122"/>
                <a:cs typeface="宋体" panose="02010600030101010101" pitchFamily="2" charset="-122"/>
                <a:sym typeface="+mn-ea"/>
              </a:rPr>
              <a:t>作答试题</a:t>
            </a:r>
            <a:r>
              <a:rPr lang="en-US" altLang="zh-CN">
                <a:latin typeface="宋体" panose="02010600030101010101" pitchFamily="2" charset="-122"/>
                <a:ea typeface="宋体" panose="02010600030101010101" pitchFamily="2" charset="-122"/>
                <a:cs typeface="宋体" panose="02010600030101010101" pitchFamily="2" charset="-122"/>
                <a:sym typeface="+mn-ea"/>
              </a:rPr>
              <a:t>j</a:t>
            </a:r>
            <a:r>
              <a:rPr lang="zh-CN" altLang="en-US">
                <a:latin typeface="宋体" panose="02010600030101010101" pitchFamily="2" charset="-122"/>
                <a:ea typeface="宋体" panose="02010600030101010101" pitchFamily="2" charset="-122"/>
                <a:cs typeface="宋体" panose="02010600030101010101" pitchFamily="2" charset="-122"/>
                <a:sym typeface="+mn-ea"/>
              </a:rPr>
              <a:t>的概率</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Qij</a:t>
            </a:r>
            <a:r>
              <a:rPr lang="zh-CN" altLang="en-US">
                <a:latin typeface="宋体" panose="02010600030101010101" pitchFamily="2" charset="-122"/>
                <a:ea typeface="宋体" panose="02010600030101010101" pitchFamily="2" charset="-122"/>
                <a:cs typeface="宋体" panose="02010600030101010101" pitchFamily="2" charset="-122"/>
                <a:sym typeface="+mn-ea"/>
              </a:rPr>
              <a:t>：第</a:t>
            </a:r>
            <a:r>
              <a:rPr lang="en-US" altLang="zh-CN">
                <a:latin typeface="宋体" panose="02010600030101010101" pitchFamily="2" charset="-122"/>
                <a:ea typeface="宋体" panose="02010600030101010101" pitchFamily="2" charset="-122"/>
                <a:cs typeface="宋体" panose="02010600030101010101" pitchFamily="2" charset="-122"/>
                <a:sym typeface="+mn-ea"/>
              </a:rPr>
              <a:t>i</a:t>
            </a:r>
            <a:r>
              <a:rPr lang="zh-CN" altLang="en-US">
                <a:latin typeface="宋体" panose="02010600030101010101" pitchFamily="2" charset="-122"/>
                <a:ea typeface="宋体" panose="02010600030101010101" pitchFamily="2" charset="-122"/>
                <a:cs typeface="宋体" panose="02010600030101010101" pitchFamily="2" charset="-122"/>
                <a:sym typeface="+mn-ea"/>
              </a:rPr>
              <a:t>名学习者</a:t>
            </a:r>
            <a:r>
              <a:rPr lang="zh-CN" altLang="en-US">
                <a:solidFill>
                  <a:srgbClr val="FF0000"/>
                </a:solidFill>
                <a:latin typeface="宋体" panose="02010600030101010101" pitchFamily="2" charset="-122"/>
                <a:ea typeface="宋体" panose="02010600030101010101" pitchFamily="2" charset="-122"/>
                <a:cs typeface="宋体" panose="02010600030101010101" pitchFamily="2" charset="-122"/>
                <a:sym typeface="+mn-ea"/>
              </a:rPr>
              <a:t>错误</a:t>
            </a:r>
            <a:r>
              <a:rPr lang="zh-CN" altLang="en-US">
                <a:latin typeface="宋体" panose="02010600030101010101" pitchFamily="2" charset="-122"/>
                <a:ea typeface="宋体" panose="02010600030101010101" pitchFamily="2" charset="-122"/>
                <a:cs typeface="宋体" panose="02010600030101010101" pitchFamily="2" charset="-122"/>
                <a:sym typeface="+mn-ea"/>
              </a:rPr>
              <a:t>作答试题</a:t>
            </a:r>
            <a:r>
              <a:rPr lang="en-US" altLang="zh-CN">
                <a:latin typeface="宋体" panose="02010600030101010101" pitchFamily="2" charset="-122"/>
                <a:ea typeface="宋体" panose="02010600030101010101" pitchFamily="2" charset="-122"/>
                <a:cs typeface="宋体" panose="02010600030101010101" pitchFamily="2" charset="-122"/>
                <a:sym typeface="+mn-ea"/>
              </a:rPr>
              <a:t>j</a:t>
            </a:r>
            <a:r>
              <a:rPr lang="zh-CN" altLang="en-US">
                <a:latin typeface="宋体" panose="02010600030101010101" pitchFamily="2" charset="-122"/>
                <a:ea typeface="宋体" panose="02010600030101010101" pitchFamily="2" charset="-122"/>
                <a:cs typeface="宋体" panose="02010600030101010101" pitchFamily="2" charset="-122"/>
                <a:sym typeface="+mn-ea"/>
              </a:rPr>
              <a:t>的概率</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Qij=1-Pij</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5" name="下箭头 4"/>
          <p:cNvSpPr/>
          <p:nvPr/>
        </p:nvSpPr>
        <p:spPr>
          <a:xfrm>
            <a:off x="965200" y="1898015"/>
            <a:ext cx="175895" cy="184340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左大括号 5"/>
          <p:cNvSpPr/>
          <p:nvPr/>
        </p:nvSpPr>
        <p:spPr>
          <a:xfrm>
            <a:off x="2827020" y="3571875"/>
            <a:ext cx="75565" cy="100203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8400" y="608400"/>
            <a:ext cx="10969200" cy="705600"/>
          </a:xfrm>
        </p:spPr>
        <p:txBody>
          <a:bodyPr/>
          <a:p>
            <a:r>
              <a:rPr lang="zh-CN" altLang="en-US">
                <a:latin typeface="宋体" panose="02010600030101010101" pitchFamily="2" charset="-122"/>
                <a:ea typeface="宋体" panose="02010600030101010101" pitchFamily="2" charset="-122"/>
                <a:sym typeface="+mn-ea"/>
              </a:rPr>
              <a:t>贝叶斯估计</a:t>
            </a:r>
            <a:endParaRPr lang="zh-CN" altLang="en-US">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由于联合极大似然估计容易过拟合，因此提出贝叶斯估计。</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zh-CN" altLang="en-US">
                <a:latin typeface="宋体" panose="02010600030101010101" pitchFamily="2" charset="-122"/>
                <a:ea typeface="宋体" panose="02010600030101010101" pitchFamily="2" charset="-122"/>
                <a:cs typeface="宋体" panose="02010600030101010101" pitchFamily="2" charset="-122"/>
                <a:sym typeface="+mn-ea"/>
              </a:rPr>
              <a:t>核心思想：联合求解参数的先验信息以及似然函数获取参数的后验</a:t>
            </a:r>
            <a:r>
              <a:rPr lang="zh-CN" altLang="en-US">
                <a:latin typeface="宋体" panose="02010600030101010101" pitchFamily="2" charset="-122"/>
                <a:ea typeface="宋体" panose="02010600030101010101" pitchFamily="2" charset="-122"/>
                <a:cs typeface="宋体" panose="02010600030101010101" pitchFamily="2" charset="-122"/>
                <a:sym typeface="+mn-ea"/>
              </a:rPr>
              <a:t>分布，对参数进行估计</a:t>
            </a: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marL="0" indent="0">
              <a:buNone/>
            </a:pPr>
            <a:endParaRPr lang="zh-CN" altLang="en-US">
              <a:latin typeface="宋体" panose="02010600030101010101" pitchFamily="2" charset="-122"/>
              <a:ea typeface="宋体" panose="02010600030101010101" pitchFamily="2" charset="-122"/>
              <a:cs typeface="宋体" panose="02010600030101010101" pitchFamily="2" charset="-122"/>
              <a:sym typeface="+mn-ea"/>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sym typeface="+mn-ea"/>
              </a:rPr>
              <a:t>先验分布起收缩作用，将参数的估计值收缩到先验分布的均值附近</a:t>
            </a:r>
            <a:br>
              <a:rPr lang="zh-CN" altLang="en-US">
                <a:sym typeface="+mn-ea"/>
              </a:rPr>
            </a:br>
            <a:endParaRPr lang="zh-CN" altLang="en-US"/>
          </a:p>
        </p:txBody>
      </p:sp>
      <p:pic>
        <p:nvPicPr>
          <p:cNvPr id="4" name="图片 3" descr="屏幕截图 2024-10-28 193348"/>
          <p:cNvPicPr>
            <a:picLocks noChangeAspect="1"/>
          </p:cNvPicPr>
          <p:nvPr/>
        </p:nvPicPr>
        <p:blipFill>
          <a:blip r:embed="rId1"/>
          <a:stretch>
            <a:fillRect/>
          </a:stretch>
        </p:blipFill>
        <p:spPr>
          <a:xfrm>
            <a:off x="1143635" y="2412365"/>
            <a:ext cx="8465185" cy="1682115"/>
          </a:xfrm>
          <a:prstGeom prst="rect">
            <a:avLst/>
          </a:prstGeom>
        </p:spPr>
      </p:pic>
      <p:sp>
        <p:nvSpPr>
          <p:cNvPr id="6" name="文本框 5"/>
          <p:cNvSpPr txBox="1"/>
          <p:nvPr/>
        </p:nvSpPr>
        <p:spPr>
          <a:xfrm>
            <a:off x="3192145" y="969010"/>
            <a:ext cx="4064000" cy="368300"/>
          </a:xfrm>
          <a:prstGeom prst="rect">
            <a:avLst/>
          </a:prstGeom>
          <a:noFill/>
        </p:spPr>
        <p:txBody>
          <a:bodyPr wrap="square" rtlCol="0">
            <a:spAutoFit/>
          </a:bodyPr>
          <a:p>
            <a:endParaRPr lang="zh-CN" altLang="en-US"/>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宋体" panose="02010600030101010101" pitchFamily="2" charset="-122"/>
                <a:ea typeface="宋体" panose="02010600030101010101" pitchFamily="2" charset="-122"/>
              </a:rPr>
              <a:t>马尔可夫链蒙泰</a:t>
            </a:r>
            <a:r>
              <a:rPr lang="zh-CN" altLang="en-US">
                <a:latin typeface="宋体" panose="02010600030101010101" pitchFamily="2" charset="-122"/>
                <a:ea typeface="宋体" panose="02010600030101010101" pitchFamily="2" charset="-122"/>
              </a:rPr>
              <a:t>卡洛</a:t>
            </a:r>
            <a:endParaRPr lang="zh-CN" altLang="en-US">
              <a:latin typeface="宋体" panose="02010600030101010101" pitchFamily="2" charset="-122"/>
              <a:ea typeface="宋体" panose="02010600030101010101" pitchFamily="2" charset="-122"/>
            </a:endParaRPr>
          </a:p>
        </p:txBody>
      </p:sp>
      <p:pic>
        <p:nvPicPr>
          <p:cNvPr id="4" name="内容占位符 3" descr="屏幕截图 2024-10-28 195510"/>
          <p:cNvPicPr>
            <a:picLocks noChangeAspect="1"/>
          </p:cNvPicPr>
          <p:nvPr>
            <p:ph idx="1"/>
          </p:nvPr>
        </p:nvPicPr>
        <p:blipFill>
          <a:blip r:embed="rId1"/>
          <a:stretch>
            <a:fillRect/>
          </a:stretch>
        </p:blipFill>
        <p:spPr>
          <a:xfrm>
            <a:off x="696595" y="2174240"/>
            <a:ext cx="10968990" cy="1952625"/>
          </a:xfrm>
          <a:prstGeom prst="rect">
            <a:avLst/>
          </a:prstGeom>
        </p:spPr>
      </p:pic>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宋体" panose="02010600030101010101" pitchFamily="2" charset="-122"/>
                <a:ea typeface="宋体" panose="02010600030101010101" pitchFamily="2" charset="-122"/>
                <a:sym typeface="+mn-ea"/>
              </a:rPr>
              <a:t>马尔可夫链蒙泰卡洛</a:t>
            </a:r>
            <a:endParaRPr lang="zh-CN" altLang="en-US">
              <a:latin typeface="宋体" panose="02010600030101010101" pitchFamily="2" charset="-122"/>
              <a:ea typeface="宋体" panose="02010600030101010101" pitchFamily="2" charset="-122"/>
            </a:endParaRPr>
          </a:p>
        </p:txBody>
      </p:sp>
      <p:sp>
        <p:nvSpPr>
          <p:cNvPr id="3" name="文本占位符 2"/>
          <p:cNvSpPr>
            <a:spLocks noGrp="1"/>
          </p:cNvSpPr>
          <p:nvPr>
            <p:ph type="body" idx="1"/>
          </p:nvPr>
        </p:nvSpPr>
        <p:spPr/>
        <p:txBody>
          <a:bodyPr>
            <a:normAutofit/>
          </a:bodyPr>
          <a:p>
            <a:endParaRPr lang="zh-CN" altLang="en-US"/>
          </a:p>
        </p:txBody>
      </p:sp>
      <p:sp>
        <p:nvSpPr>
          <p:cNvPr id="4" name="内容占位符 3"/>
          <p:cNvSpPr>
            <a:spLocks noGrp="1"/>
          </p:cNvSpPr>
          <p:nvPr>
            <p:ph sz="half" idx="2"/>
          </p:nvPr>
        </p:nvSpPr>
        <p:spPr>
          <a:xfrm>
            <a:off x="608330" y="1804035"/>
            <a:ext cx="3931920" cy="4445635"/>
          </a:xfrm>
        </p:spPr>
        <p:txBody>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蒙泰卡洛</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（在一维分布上较为适用，</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二维</a:t>
            </a: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高维分布具有局限性）</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马尔可夫链</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5" name="文本占位符 4"/>
          <p:cNvSpPr>
            <a:spLocks noGrp="1"/>
          </p:cNvSpPr>
          <p:nvPr>
            <p:ph type="body" sz="quarter" idx="3"/>
          </p:nvPr>
        </p:nvSpPr>
        <p:spPr>
          <a:xfrm>
            <a:off x="4539615" y="1421765"/>
            <a:ext cx="7038340" cy="381635"/>
          </a:xfrm>
        </p:spPr>
        <p:txBody>
          <a:bodyPr>
            <a:normAutofit/>
          </a:bodyPr>
          <a:p>
            <a:r>
              <a:rPr lang="zh-CN" altLang="en-US">
                <a:latin typeface="宋体" panose="02010600030101010101" pitchFamily="2" charset="-122"/>
                <a:ea typeface="宋体" panose="02010600030101010101" pitchFamily="2" charset="-122"/>
              </a:rPr>
              <a:t>蒙泰卡洛</a:t>
            </a:r>
            <a:r>
              <a:rPr lang="zh-CN" altLang="en-US">
                <a:latin typeface="宋体" panose="02010600030101010101" pitchFamily="2" charset="-122"/>
                <a:ea typeface="宋体" panose="02010600030101010101" pitchFamily="2" charset="-122"/>
              </a:rPr>
              <a:t>随机模拟办法</a:t>
            </a:r>
            <a:endParaRPr lang="zh-CN" altLang="en-US">
              <a:latin typeface="宋体" panose="02010600030101010101" pitchFamily="2" charset="-122"/>
              <a:ea typeface="宋体" panose="02010600030101010101" pitchFamily="2" charset="-122"/>
            </a:endParaRPr>
          </a:p>
        </p:txBody>
      </p:sp>
      <p:sp>
        <p:nvSpPr>
          <p:cNvPr id="6" name="内容占位符 5"/>
          <p:cNvSpPr>
            <a:spLocks noGrp="1"/>
          </p:cNvSpPr>
          <p:nvPr>
            <p:ph sz="quarter" idx="4"/>
          </p:nvPr>
        </p:nvSpPr>
        <p:spPr>
          <a:xfrm>
            <a:off x="4539615" y="1854200"/>
            <a:ext cx="7038340" cy="4395470"/>
          </a:xfrm>
        </p:spPr>
        <p:txBody>
          <a:bodyPr>
            <a:normAutofit lnSpcReduction="20000"/>
          </a:bodyPr>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对于简单常见</a:t>
            </a:r>
            <a:r>
              <a:rPr lang="zh-CN" altLang="en-US">
                <a:latin typeface="宋体" panose="02010600030101010101" pitchFamily="2" charset="-122"/>
                <a:ea typeface="宋体" panose="02010600030101010101" pitchFamily="2" charset="-122"/>
                <a:cs typeface="宋体" panose="02010600030101010101" pitchFamily="2" charset="-122"/>
              </a:rPr>
              <a:t>基本的概率分布：</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sym typeface="+mn-ea"/>
              </a:rPr>
              <a:t>      </a:t>
            </a:r>
            <a:r>
              <a:rPr lang="zh-CN" altLang="en-US">
                <a:latin typeface="宋体" panose="02010600030101010101" pitchFamily="2" charset="-122"/>
                <a:ea typeface="宋体" panose="02010600030101010101" pitchFamily="2" charset="-122"/>
                <a:cs typeface="宋体" panose="02010600030101010101" pitchFamily="2" charset="-122"/>
                <a:sym typeface="+mn-ea"/>
              </a:rPr>
              <a:t>线性同余发生器</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（模拟）</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均匀分布抽样样本</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（数据变换）</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en-US" altLang="zh-CN">
                <a:latin typeface="宋体" panose="02010600030101010101" pitchFamily="2" charset="-122"/>
                <a:ea typeface="宋体" panose="02010600030101010101" pitchFamily="2" charset="-122"/>
                <a:cs typeface="宋体" panose="02010600030101010101" pitchFamily="2" charset="-122"/>
              </a:rPr>
              <a:t>        </a:t>
            </a:r>
            <a:r>
              <a:rPr lang="zh-CN" altLang="en-US">
                <a:latin typeface="宋体" panose="02010600030101010101" pitchFamily="2" charset="-122"/>
                <a:ea typeface="宋体" panose="02010600030101010101" pitchFamily="2" charset="-122"/>
                <a:cs typeface="宋体" panose="02010600030101010101" pitchFamily="2" charset="-122"/>
              </a:rPr>
              <a:t>概率分布</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对于复杂的概率分布：</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均匀分布无法转换</a:t>
            </a:r>
            <a:endParaRPr lang="zh-CN" altLang="en-US">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采用接受</a:t>
            </a:r>
            <a:r>
              <a:rPr lang="en-US" altLang="zh-CN">
                <a:latin typeface="宋体" panose="02010600030101010101" pitchFamily="2" charset="-122"/>
                <a:ea typeface="宋体" panose="02010600030101010101" pitchFamily="2" charset="-122"/>
                <a:cs typeface="宋体" panose="02010600030101010101" pitchFamily="2" charset="-122"/>
              </a:rPr>
              <a:t>-</a:t>
            </a:r>
            <a:r>
              <a:rPr lang="zh-CN" altLang="en-US">
                <a:latin typeface="宋体" panose="02010600030101010101" pitchFamily="2" charset="-122"/>
                <a:ea typeface="宋体" panose="02010600030101010101" pitchFamily="2" charset="-122"/>
                <a:cs typeface="宋体" panose="02010600030101010101" pitchFamily="2" charset="-122"/>
              </a:rPr>
              <a:t>拒绝采样</a:t>
            </a:r>
            <a:r>
              <a:rPr lang="en-US" altLang="zh-CN">
                <a:latin typeface="宋体" panose="02010600030101010101" pitchFamily="2" charset="-122"/>
                <a:ea typeface="宋体" panose="02010600030101010101" pitchFamily="2" charset="-122"/>
                <a:cs typeface="宋体" panose="02010600030101010101" pitchFamily="2" charset="-122"/>
              </a:rPr>
              <a:t> </a:t>
            </a:r>
            <a:endParaRPr lang="en-US" altLang="zh-CN">
              <a:latin typeface="宋体" panose="02010600030101010101" pitchFamily="2" charset="-122"/>
              <a:ea typeface="宋体" panose="02010600030101010101" pitchFamily="2" charset="-122"/>
              <a:cs typeface="宋体" panose="02010600030101010101" pitchFamily="2" charset="-122"/>
            </a:endParaRPr>
          </a:p>
          <a:p>
            <a:pPr marL="0" indent="0">
              <a:buNone/>
            </a:pPr>
            <a:r>
              <a:rPr lang="zh-CN" altLang="en-US">
                <a:latin typeface="宋体" panose="02010600030101010101" pitchFamily="2" charset="-122"/>
                <a:ea typeface="宋体" panose="02010600030101010101" pitchFamily="2" charset="-122"/>
                <a:cs typeface="宋体" panose="02010600030101010101" pitchFamily="2" charset="-122"/>
              </a:rPr>
              <a:t>得到满足该分布的样本序列</a:t>
            </a:r>
            <a:endParaRPr lang="zh-CN" altLang="en-US">
              <a:latin typeface="宋体" panose="02010600030101010101" pitchFamily="2" charset="-122"/>
              <a:ea typeface="宋体" panose="02010600030101010101" pitchFamily="2" charset="-122"/>
              <a:cs typeface="宋体" panose="02010600030101010101" pitchFamily="2" charset="-122"/>
            </a:endParaRPr>
          </a:p>
        </p:txBody>
      </p:sp>
      <p:sp>
        <p:nvSpPr>
          <p:cNvPr id="19" name="下箭头 18"/>
          <p:cNvSpPr/>
          <p:nvPr/>
        </p:nvSpPr>
        <p:spPr>
          <a:xfrm>
            <a:off x="6057900" y="2633345"/>
            <a:ext cx="76200" cy="503555"/>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下箭头 19"/>
          <p:cNvSpPr/>
          <p:nvPr/>
        </p:nvSpPr>
        <p:spPr>
          <a:xfrm>
            <a:off x="6072505" y="3429000"/>
            <a:ext cx="76200" cy="56261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下箭头 22"/>
          <p:cNvSpPr/>
          <p:nvPr/>
        </p:nvSpPr>
        <p:spPr>
          <a:xfrm>
            <a:off x="930275" y="2246630"/>
            <a:ext cx="167640" cy="890270"/>
          </a:xfrm>
          <a:prstGeom prst="downArrow">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文本框 25"/>
          <p:cNvSpPr txBox="1"/>
          <p:nvPr/>
        </p:nvSpPr>
        <p:spPr>
          <a:xfrm>
            <a:off x="556895" y="4387215"/>
            <a:ext cx="3958590" cy="1862455"/>
          </a:xfrm>
          <a:prstGeom prst="rect">
            <a:avLst/>
          </a:prstGeom>
          <a:noFill/>
        </p:spPr>
        <p:txBody>
          <a:bodyPr wrap="square" rtlCol="0">
            <a:noAutofit/>
          </a:bodyPr>
          <a:p>
            <a:pPr marL="0" indent="0">
              <a:buNone/>
            </a:pPr>
            <a:r>
              <a:rPr lang="zh-CN" altLang="en-US">
                <a:latin typeface="宋体" panose="02010600030101010101" pitchFamily="2" charset="-122"/>
                <a:ea typeface="宋体" panose="02010600030101010101" pitchFamily="2" charset="-122"/>
                <a:sym typeface="汉仪君黑-45简" panose="020B0604020202020204" charset="-122"/>
              </a:rPr>
              <a:t>蒙泰卡洛为一种随机模拟的方法，具体是指在求解概率问题的时候，对随机过程进行模拟，并根据观测到的模拟结果得到问题的解。</a:t>
            </a:r>
            <a:endParaRPr lang="zh-CN" altLang="en-US">
              <a:latin typeface="宋体" panose="02010600030101010101" pitchFamily="2" charset="-122"/>
              <a:ea typeface="宋体" panose="02010600030101010101" pitchFamily="2" charset="-122"/>
              <a:sym typeface="汉仪君黑-45简" panose="020B0604020202020204" charset="-122"/>
            </a:endParaRPr>
          </a:p>
        </p:txBody>
      </p:sp>
      <p:pic>
        <p:nvPicPr>
          <p:cNvPr id="36" name="图片 35" descr="屏幕截图 2024-11-01 120737"/>
          <p:cNvPicPr>
            <a:picLocks noChangeAspect="1"/>
          </p:cNvPicPr>
          <p:nvPr/>
        </p:nvPicPr>
        <p:blipFill>
          <a:blip r:embed="rId1"/>
          <a:stretch>
            <a:fillRect/>
          </a:stretch>
        </p:blipFill>
        <p:spPr>
          <a:xfrm>
            <a:off x="7806055" y="2931795"/>
            <a:ext cx="4218940" cy="3624580"/>
          </a:xfrm>
          <a:prstGeom prst="rect">
            <a:avLst/>
          </a:prstGeom>
        </p:spPr>
      </p:pic>
      <mc:AlternateContent xmlns:mc="http://schemas.openxmlformats.org/markup-compatibility/2006" xmlns:p14="http://schemas.microsoft.com/office/powerpoint/2010/main">
        <mc:Choice Requires="p14">
          <p:contentPart r:id="rId2" p14:bwMode="auto">
            <p14:nvContentPartPr>
              <p14:cNvPr id="7" name="墨迹 6"/>
              <p14:cNvContentPartPr/>
              <p14:nvPr/>
            </p14:nvContentPartPr>
            <p14:xfrm>
              <a:off x="9077325" y="1066800"/>
              <a:ext cx="76200" cy="209550"/>
            </p14:xfrm>
          </p:contentPart>
        </mc:Choice>
        <mc:Fallback xmlns="">
          <p:pic>
            <p:nvPicPr>
              <p:cNvPr id="7" name="墨迹 6"/>
            </p:nvPicPr>
            <p:blipFill>
              <a:blip r:embed="rId3"/>
            </p:blipFill>
            <p:spPr>
              <a:xfrm>
                <a:off x="9077325" y="1066800"/>
                <a:ext cx="76200" cy="20955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8" name="墨迹 7"/>
              <p14:cNvContentPartPr/>
              <p14:nvPr/>
            </p14:nvContentPartPr>
            <p14:xfrm>
              <a:off x="9100820" y="1162050"/>
              <a:ext cx="28575" cy="194945"/>
            </p14:xfrm>
          </p:contentPart>
        </mc:Choice>
        <mc:Fallback xmlns="">
          <p:pic>
            <p:nvPicPr>
              <p:cNvPr id="8" name="墨迹 7"/>
            </p:nvPicPr>
            <p:blipFill>
              <a:blip r:embed="rId5"/>
            </p:blipFill>
            <p:spPr>
              <a:xfrm>
                <a:off x="9100820" y="1162050"/>
                <a:ext cx="28575" cy="19494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9" name="墨迹 8"/>
              <p14:cNvContentPartPr/>
              <p14:nvPr/>
            </p14:nvContentPartPr>
            <p14:xfrm>
              <a:off x="9153525" y="1047750"/>
              <a:ext cx="95250" cy="147320"/>
            </p14:xfrm>
          </p:contentPart>
        </mc:Choice>
        <mc:Fallback xmlns="">
          <p:pic>
            <p:nvPicPr>
              <p:cNvPr id="9" name="墨迹 8"/>
            </p:nvPicPr>
            <p:blipFill>
              <a:blip r:embed="rId7"/>
            </p:blipFill>
            <p:spPr>
              <a:xfrm>
                <a:off x="9153525" y="1047750"/>
                <a:ext cx="95250" cy="14732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0" name="墨迹 9"/>
              <p14:cNvContentPartPr/>
              <p14:nvPr/>
            </p14:nvContentPartPr>
            <p14:xfrm>
              <a:off x="9229725" y="1128395"/>
              <a:ext cx="137795" cy="9525"/>
            </p14:xfrm>
          </p:contentPart>
        </mc:Choice>
        <mc:Fallback xmlns="">
          <p:pic>
            <p:nvPicPr>
              <p:cNvPr id="10" name="墨迹 9"/>
            </p:nvPicPr>
            <p:blipFill>
              <a:blip r:embed="rId9"/>
            </p:blipFill>
            <p:spPr>
              <a:xfrm>
                <a:off x="9229725" y="1128395"/>
                <a:ext cx="137795" cy="952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1" name="墨迹 10"/>
              <p14:cNvContentPartPr/>
              <p14:nvPr/>
            </p14:nvContentPartPr>
            <p14:xfrm>
              <a:off x="9372600" y="1143000"/>
              <a:ext cx="9525" cy="360"/>
            </p14:xfrm>
          </p:contentPart>
        </mc:Choice>
        <mc:Fallback xmlns="">
          <p:pic>
            <p:nvPicPr>
              <p:cNvPr id="11" name="墨迹 10"/>
            </p:nvPicPr>
            <p:blipFill>
              <a:blip r:embed="rId11"/>
            </p:blipFill>
            <p:spPr>
              <a:xfrm>
                <a:off x="9372600" y="1143000"/>
                <a:ext cx="9525" cy="360"/>
              </a:xfrm>
              <a:prstGeom prst="rect"/>
            </p:spPr>
          </p:pic>
        </mc:Fallback>
      </mc:AlternateContent>
      <mc:AlternateContent xmlns:mc="http://schemas.openxmlformats.org/markup-compatibility/2006" xmlns:p14="http://schemas.microsoft.com/office/powerpoint/2010/main">
        <mc:Choice Requires="p14">
          <p:contentPart r:id="rId12" p14:bwMode="auto">
            <p14:nvContentPartPr>
              <p14:cNvPr id="12" name="墨迹 11"/>
              <p14:cNvContentPartPr/>
              <p14:nvPr/>
            </p14:nvContentPartPr>
            <p14:xfrm>
              <a:off x="9182100" y="1219200"/>
              <a:ext cx="219075" cy="23495"/>
            </p14:xfrm>
          </p:contentPart>
        </mc:Choice>
        <mc:Fallback xmlns="">
          <p:pic>
            <p:nvPicPr>
              <p:cNvPr id="12" name="墨迹 11"/>
            </p:nvPicPr>
            <p:blipFill>
              <a:blip r:embed="rId13"/>
            </p:blipFill>
            <p:spPr>
              <a:xfrm>
                <a:off x="9182100" y="1219200"/>
                <a:ext cx="219075" cy="23495"/>
              </a:xfrm>
              <a:prstGeom prst="rect"/>
            </p:spPr>
          </p:pic>
        </mc:Fallback>
      </mc:AlternateContent>
      <mc:AlternateContent xmlns:mc="http://schemas.openxmlformats.org/markup-compatibility/2006" xmlns:p14="http://schemas.microsoft.com/office/powerpoint/2010/main">
        <mc:Choice Requires="p14">
          <p:contentPart r:id="rId14" p14:bwMode="auto">
            <p14:nvContentPartPr>
              <p14:cNvPr id="13" name="墨迹 12"/>
              <p14:cNvContentPartPr/>
              <p14:nvPr/>
            </p14:nvContentPartPr>
            <p14:xfrm>
              <a:off x="9286875" y="1014095"/>
              <a:ext cx="57150" cy="357505"/>
            </p14:xfrm>
          </p:contentPart>
        </mc:Choice>
        <mc:Fallback xmlns="">
          <p:pic>
            <p:nvPicPr>
              <p:cNvPr id="13" name="墨迹 12"/>
            </p:nvPicPr>
            <p:blipFill>
              <a:blip r:embed="rId15"/>
            </p:blipFill>
            <p:spPr>
              <a:xfrm>
                <a:off x="9286875" y="1014095"/>
                <a:ext cx="57150" cy="357505"/>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4" name="墨迹 13"/>
              <p14:cNvContentPartPr/>
              <p14:nvPr/>
            </p14:nvContentPartPr>
            <p14:xfrm>
              <a:off x="9415145" y="1066800"/>
              <a:ext cx="76200" cy="80645"/>
            </p14:xfrm>
          </p:contentPart>
        </mc:Choice>
        <mc:Fallback xmlns="">
          <p:pic>
            <p:nvPicPr>
              <p:cNvPr id="14" name="墨迹 13"/>
            </p:nvPicPr>
            <p:blipFill>
              <a:blip r:embed="rId17"/>
            </p:blipFill>
            <p:spPr>
              <a:xfrm>
                <a:off x="9415145" y="1066800"/>
                <a:ext cx="76200" cy="8064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15" name="墨迹 14"/>
              <p14:cNvContentPartPr/>
              <p14:nvPr/>
            </p14:nvContentPartPr>
            <p14:xfrm>
              <a:off x="9405620" y="1162050"/>
              <a:ext cx="9525" cy="360"/>
            </p14:xfrm>
          </p:contentPart>
        </mc:Choice>
        <mc:Fallback xmlns="">
          <p:pic>
            <p:nvPicPr>
              <p:cNvPr id="15" name="墨迹 14"/>
            </p:nvPicPr>
            <p:blipFill>
              <a:blip r:embed="rId11"/>
            </p:blipFill>
            <p:spPr>
              <a:xfrm>
                <a:off x="9405620" y="1162050"/>
                <a:ext cx="9525" cy="36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6" name="墨迹 15"/>
              <p14:cNvContentPartPr/>
              <p14:nvPr/>
            </p14:nvContentPartPr>
            <p14:xfrm>
              <a:off x="9544050" y="1071245"/>
              <a:ext cx="76200" cy="52705"/>
            </p14:xfrm>
          </p:contentPart>
        </mc:Choice>
        <mc:Fallback xmlns="">
          <p:pic>
            <p:nvPicPr>
              <p:cNvPr id="16" name="墨迹 15"/>
            </p:nvPicPr>
            <p:blipFill>
              <a:blip r:embed="rId20"/>
            </p:blipFill>
            <p:spPr>
              <a:xfrm>
                <a:off x="9544050" y="1071245"/>
                <a:ext cx="76200" cy="52705"/>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7" name="墨迹 16"/>
              <p14:cNvContentPartPr/>
              <p14:nvPr/>
            </p14:nvContentPartPr>
            <p14:xfrm>
              <a:off x="9624695" y="1128395"/>
              <a:ext cx="9525" cy="360"/>
            </p14:xfrm>
          </p:contentPart>
        </mc:Choice>
        <mc:Fallback xmlns="">
          <p:pic>
            <p:nvPicPr>
              <p:cNvPr id="17" name="墨迹 16"/>
            </p:nvPicPr>
            <p:blipFill>
              <a:blip r:embed="rId11"/>
            </p:blipFill>
            <p:spPr>
              <a:xfrm>
                <a:off x="9624695" y="1128395"/>
                <a:ext cx="9525" cy="360"/>
              </a:xfrm>
              <a:prstGeom prst="rect"/>
            </p:spPr>
          </p:pic>
        </mc:Fallback>
      </mc:AlternateContent>
      <mc:AlternateContent xmlns:mc="http://schemas.openxmlformats.org/markup-compatibility/2006" xmlns:p14="http://schemas.microsoft.com/office/powerpoint/2010/main">
        <mc:Choice Requires="p14">
          <p:contentPart r:id="rId22" p14:bwMode="auto">
            <p14:nvContentPartPr>
              <p14:cNvPr id="18" name="墨迹 17"/>
              <p14:cNvContentPartPr/>
              <p14:nvPr/>
            </p14:nvContentPartPr>
            <p14:xfrm>
              <a:off x="9481820" y="1171575"/>
              <a:ext cx="161925" cy="238125"/>
            </p14:xfrm>
          </p:contentPart>
        </mc:Choice>
        <mc:Fallback xmlns="">
          <p:pic>
            <p:nvPicPr>
              <p:cNvPr id="18" name="墨迹 17"/>
            </p:nvPicPr>
            <p:blipFill>
              <a:blip r:embed="rId23"/>
            </p:blipFill>
            <p:spPr>
              <a:xfrm>
                <a:off x="9481820" y="1171575"/>
                <a:ext cx="161925" cy="238125"/>
              </a:xfrm>
              <a:prstGeom prst="rect"/>
            </p:spPr>
          </p:pic>
        </mc:Fallback>
      </mc:AlternateContent>
      <mc:AlternateContent xmlns:mc="http://schemas.openxmlformats.org/markup-compatibility/2006" xmlns:p14="http://schemas.microsoft.com/office/powerpoint/2010/main">
        <mc:Choice Requires="p14">
          <p:contentPart r:id="rId24" p14:bwMode="auto">
            <p14:nvContentPartPr>
              <p14:cNvPr id="21" name="墨迹 20"/>
              <p14:cNvContentPartPr/>
              <p14:nvPr/>
            </p14:nvContentPartPr>
            <p14:xfrm>
              <a:off x="9620250" y="1385570"/>
              <a:ext cx="4445" cy="14605"/>
            </p14:xfrm>
          </p:contentPart>
        </mc:Choice>
        <mc:Fallback xmlns="">
          <p:pic>
            <p:nvPicPr>
              <p:cNvPr id="21" name="墨迹 20"/>
            </p:nvPicPr>
            <p:blipFill>
              <a:blip r:embed="rId25"/>
            </p:blipFill>
            <p:spPr>
              <a:xfrm>
                <a:off x="9620250" y="1385570"/>
                <a:ext cx="4445" cy="14605"/>
              </a:xfrm>
              <a:prstGeom prst="rect"/>
            </p:spPr>
          </p:pic>
        </mc:Fallback>
      </mc:AlternateContent>
      <mc:AlternateContent xmlns:mc="http://schemas.openxmlformats.org/markup-compatibility/2006" xmlns:p14="http://schemas.microsoft.com/office/powerpoint/2010/main">
        <mc:Choice Requires="p14">
          <p:contentPart r:id="rId26" p14:bwMode="auto">
            <p14:nvContentPartPr>
              <p14:cNvPr id="22" name="墨迹 21"/>
              <p14:cNvContentPartPr/>
              <p14:nvPr/>
            </p14:nvContentPartPr>
            <p14:xfrm>
              <a:off x="9481820" y="1176020"/>
              <a:ext cx="76200" cy="133350"/>
            </p14:xfrm>
          </p:contentPart>
        </mc:Choice>
        <mc:Fallback xmlns="">
          <p:pic>
            <p:nvPicPr>
              <p:cNvPr id="22" name="墨迹 21"/>
            </p:nvPicPr>
            <p:blipFill>
              <a:blip r:embed="rId27"/>
            </p:blipFill>
            <p:spPr>
              <a:xfrm>
                <a:off x="9481820" y="1176020"/>
                <a:ext cx="76200" cy="133350"/>
              </a:xfrm>
              <a:prstGeom prst="rect"/>
            </p:spPr>
          </p:pic>
        </mc:Fallback>
      </mc:AlternateContent>
      <mc:AlternateContent xmlns:mc="http://schemas.openxmlformats.org/markup-compatibility/2006" xmlns:p14="http://schemas.microsoft.com/office/powerpoint/2010/main">
        <mc:Choice Requires="p14">
          <p:contentPart r:id="rId28" p14:bwMode="auto">
            <p14:nvContentPartPr>
              <p14:cNvPr id="24" name="墨迹 23"/>
              <p14:cNvContentPartPr/>
              <p14:nvPr/>
            </p14:nvContentPartPr>
            <p14:xfrm>
              <a:off x="9477375" y="1318895"/>
              <a:ext cx="9525" cy="360"/>
            </p14:xfrm>
          </p:contentPart>
        </mc:Choice>
        <mc:Fallback xmlns="">
          <p:pic>
            <p:nvPicPr>
              <p:cNvPr id="24" name="墨迹 23"/>
            </p:nvPicPr>
            <p:blipFill>
              <a:blip r:embed="rId11"/>
            </p:blipFill>
            <p:spPr>
              <a:xfrm>
                <a:off x="9477375" y="1318895"/>
                <a:ext cx="9525" cy="36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25" name="墨迹 24"/>
              <p14:cNvContentPartPr/>
              <p14:nvPr/>
            </p14:nvContentPartPr>
            <p14:xfrm>
              <a:off x="9791700" y="1095375"/>
              <a:ext cx="171450" cy="38100"/>
            </p14:xfrm>
          </p:contentPart>
        </mc:Choice>
        <mc:Fallback xmlns="">
          <p:pic>
            <p:nvPicPr>
              <p:cNvPr id="25" name="墨迹 24"/>
            </p:nvPicPr>
            <p:blipFill>
              <a:blip r:embed="rId30"/>
            </p:blipFill>
            <p:spPr>
              <a:xfrm>
                <a:off x="9791700" y="1095375"/>
                <a:ext cx="171450" cy="3810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27" name="墨迹 26"/>
              <p14:cNvContentPartPr/>
              <p14:nvPr/>
            </p14:nvContentPartPr>
            <p14:xfrm>
              <a:off x="9986645" y="1090295"/>
              <a:ext cx="9525" cy="360"/>
            </p14:xfrm>
          </p:contentPart>
        </mc:Choice>
        <mc:Fallback xmlns="">
          <p:pic>
            <p:nvPicPr>
              <p:cNvPr id="27" name="墨迹 26"/>
            </p:nvPicPr>
            <p:blipFill>
              <a:blip r:embed="rId11"/>
            </p:blipFill>
            <p:spPr>
              <a:xfrm>
                <a:off x="9986645" y="1090295"/>
                <a:ext cx="9525" cy="360"/>
              </a:xfrm>
              <a:prstGeom prst="rect"/>
            </p:spPr>
          </p:pic>
        </mc:Fallback>
      </mc:AlternateContent>
      <mc:AlternateContent xmlns:mc="http://schemas.openxmlformats.org/markup-compatibility/2006" xmlns:p14="http://schemas.microsoft.com/office/powerpoint/2010/main">
        <mc:Choice Requires="p14">
          <p:contentPart r:id="rId32" p14:bwMode="auto">
            <p14:nvContentPartPr>
              <p14:cNvPr id="28" name="墨迹 27"/>
              <p14:cNvContentPartPr/>
              <p14:nvPr/>
            </p14:nvContentPartPr>
            <p14:xfrm>
              <a:off x="9744075" y="1052195"/>
              <a:ext cx="137795" cy="176530"/>
            </p14:xfrm>
          </p:contentPart>
        </mc:Choice>
        <mc:Fallback xmlns="">
          <p:pic>
            <p:nvPicPr>
              <p:cNvPr id="28" name="墨迹 27"/>
            </p:nvPicPr>
            <p:blipFill>
              <a:blip r:embed="rId33"/>
            </p:blipFill>
            <p:spPr>
              <a:xfrm>
                <a:off x="9744075" y="1052195"/>
                <a:ext cx="137795" cy="176530"/>
              </a:xfrm>
              <a:prstGeom prst="rect"/>
            </p:spPr>
          </p:pic>
        </mc:Fallback>
      </mc:AlternateContent>
      <mc:AlternateContent xmlns:mc="http://schemas.openxmlformats.org/markup-compatibility/2006" xmlns:p14="http://schemas.microsoft.com/office/powerpoint/2010/main">
        <mc:Choice Requires="p14">
          <p:contentPart r:id="rId34" p14:bwMode="auto">
            <p14:nvContentPartPr>
              <p14:cNvPr id="29" name="墨迹 28"/>
              <p14:cNvContentPartPr/>
              <p14:nvPr/>
            </p14:nvContentPartPr>
            <p14:xfrm>
              <a:off x="9738995" y="1238250"/>
              <a:ext cx="9525" cy="360"/>
            </p14:xfrm>
          </p:contentPart>
        </mc:Choice>
        <mc:Fallback xmlns="">
          <p:pic>
            <p:nvPicPr>
              <p:cNvPr id="29" name="墨迹 28"/>
            </p:nvPicPr>
            <p:blipFill>
              <a:blip r:embed="rId11"/>
            </p:blipFill>
            <p:spPr>
              <a:xfrm>
                <a:off x="9738995" y="1238250"/>
                <a:ext cx="9525" cy="36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30" name="墨迹 29"/>
              <p14:cNvContentPartPr/>
              <p14:nvPr/>
            </p14:nvContentPartPr>
            <p14:xfrm>
              <a:off x="9834245" y="1233170"/>
              <a:ext cx="360" cy="66675"/>
            </p14:xfrm>
          </p:contentPart>
        </mc:Choice>
        <mc:Fallback xmlns="">
          <p:pic>
            <p:nvPicPr>
              <p:cNvPr id="30" name="墨迹 29"/>
            </p:nvPicPr>
            <p:blipFill>
              <a:blip r:embed="rId36"/>
            </p:blipFill>
            <p:spPr>
              <a:xfrm>
                <a:off x="9834245" y="1233170"/>
                <a:ext cx="360" cy="66675"/>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31" name="墨迹 30"/>
              <p14:cNvContentPartPr/>
              <p14:nvPr/>
            </p14:nvContentPartPr>
            <p14:xfrm>
              <a:off x="9824720" y="1304925"/>
              <a:ext cx="9525" cy="360"/>
            </p14:xfrm>
          </p:contentPart>
        </mc:Choice>
        <mc:Fallback xmlns="">
          <p:pic>
            <p:nvPicPr>
              <p:cNvPr id="31" name="墨迹 30"/>
            </p:nvPicPr>
            <p:blipFill>
              <a:blip r:embed="rId11"/>
            </p:blipFill>
            <p:spPr>
              <a:xfrm>
                <a:off x="9824720" y="1304925"/>
                <a:ext cx="9525" cy="360"/>
              </a:xfrm>
              <a:prstGeom prst="rect"/>
            </p:spPr>
          </p:pic>
        </mc:Fallback>
      </mc:AlternateContent>
      <mc:AlternateContent xmlns:mc="http://schemas.openxmlformats.org/markup-compatibility/2006" xmlns:p14="http://schemas.microsoft.com/office/powerpoint/2010/main">
        <mc:Choice Requires="p14">
          <p:contentPart r:id="rId38" p14:bwMode="auto">
            <p14:nvContentPartPr>
              <p14:cNvPr id="32" name="墨迹 31"/>
              <p14:cNvContentPartPr/>
              <p14:nvPr/>
            </p14:nvContentPartPr>
            <p14:xfrm>
              <a:off x="9862820" y="1200150"/>
              <a:ext cx="233680" cy="147320"/>
            </p14:xfrm>
          </p:contentPart>
        </mc:Choice>
        <mc:Fallback xmlns="">
          <p:pic>
            <p:nvPicPr>
              <p:cNvPr id="32" name="墨迹 31"/>
            </p:nvPicPr>
            <p:blipFill>
              <a:blip r:embed="rId39"/>
            </p:blipFill>
            <p:spPr>
              <a:xfrm>
                <a:off x="9862820" y="1200150"/>
                <a:ext cx="233680" cy="147320"/>
              </a:xfrm>
              <a:prstGeom prst="rect"/>
            </p:spPr>
          </p:pic>
        </mc:Fallback>
      </mc:AlternateContent>
      <mc:AlternateContent xmlns:mc="http://schemas.openxmlformats.org/markup-compatibility/2006" xmlns:p14="http://schemas.microsoft.com/office/powerpoint/2010/main">
        <mc:Choice Requires="p14">
          <p:contentPart r:id="rId40" p14:bwMode="auto">
            <p14:nvContentPartPr>
              <p14:cNvPr id="33" name="墨迹 32"/>
              <p14:cNvContentPartPr/>
              <p14:nvPr/>
            </p14:nvContentPartPr>
            <p14:xfrm>
              <a:off x="10010775" y="1323975"/>
              <a:ext cx="9525" cy="13970"/>
            </p14:xfrm>
          </p:contentPart>
        </mc:Choice>
        <mc:Fallback xmlns="">
          <p:pic>
            <p:nvPicPr>
              <p:cNvPr id="33" name="墨迹 32"/>
            </p:nvPicPr>
            <p:blipFill>
              <a:blip r:embed="rId41"/>
            </p:blipFill>
            <p:spPr>
              <a:xfrm>
                <a:off x="10010775" y="1323975"/>
                <a:ext cx="9525" cy="13970"/>
              </a:xfrm>
              <a:prstGeom prst="rect"/>
            </p:spPr>
          </p:pic>
        </mc:Fallback>
      </mc:AlternateContent>
      <mc:AlternateContent xmlns:mc="http://schemas.openxmlformats.org/markup-compatibility/2006" xmlns:p14="http://schemas.microsoft.com/office/powerpoint/2010/main">
        <mc:Choice Requires="p14">
          <p:contentPart r:id="rId42" p14:bwMode="auto">
            <p14:nvContentPartPr>
              <p14:cNvPr id="34" name="墨迹 33"/>
              <p14:cNvContentPartPr/>
              <p14:nvPr/>
            </p14:nvContentPartPr>
            <p14:xfrm>
              <a:off x="9929495" y="1147445"/>
              <a:ext cx="19050" cy="233680"/>
            </p14:xfrm>
          </p:contentPart>
        </mc:Choice>
        <mc:Fallback xmlns="">
          <p:pic>
            <p:nvPicPr>
              <p:cNvPr id="34" name="墨迹 33"/>
            </p:nvPicPr>
            <p:blipFill>
              <a:blip r:embed="rId43"/>
            </p:blipFill>
            <p:spPr>
              <a:xfrm>
                <a:off x="9929495" y="1147445"/>
                <a:ext cx="19050" cy="233680"/>
              </a:xfrm>
              <a:prstGeom prst="rect"/>
            </p:spPr>
          </p:pic>
        </mc:Fallback>
      </mc:AlternateContent>
      <mc:AlternateContent xmlns:mc="http://schemas.openxmlformats.org/markup-compatibility/2006" xmlns:p14="http://schemas.microsoft.com/office/powerpoint/2010/main">
        <mc:Choice Requires="p14">
          <p:contentPart r:id="rId44" p14:bwMode="auto">
            <p14:nvContentPartPr>
              <p14:cNvPr id="35" name="墨迹 34"/>
              <p14:cNvContentPartPr/>
              <p14:nvPr/>
            </p14:nvContentPartPr>
            <p14:xfrm>
              <a:off x="10281920" y="1104900"/>
              <a:ext cx="43180" cy="38100"/>
            </p14:xfrm>
          </p:contentPart>
        </mc:Choice>
        <mc:Fallback xmlns="">
          <p:pic>
            <p:nvPicPr>
              <p:cNvPr id="35" name="墨迹 34"/>
            </p:nvPicPr>
            <p:blipFill>
              <a:blip r:embed="rId45"/>
            </p:blipFill>
            <p:spPr>
              <a:xfrm>
                <a:off x="10281920" y="1104900"/>
                <a:ext cx="43180" cy="38100"/>
              </a:xfrm>
              <a:prstGeom prst="rect"/>
            </p:spPr>
          </p:pic>
        </mc:Fallback>
      </mc:AlternateContent>
      <mc:AlternateContent xmlns:mc="http://schemas.openxmlformats.org/markup-compatibility/2006" xmlns:p14="http://schemas.microsoft.com/office/powerpoint/2010/main">
        <mc:Choice Requires="p14">
          <p:contentPart r:id="rId46" p14:bwMode="auto">
            <p14:nvContentPartPr>
              <p14:cNvPr id="37" name="墨迹 36"/>
              <p14:cNvContentPartPr/>
              <p14:nvPr/>
            </p14:nvContentPartPr>
            <p14:xfrm>
              <a:off x="10281920" y="1266825"/>
              <a:ext cx="43180" cy="47625"/>
            </p14:xfrm>
          </p:contentPart>
        </mc:Choice>
        <mc:Fallback xmlns="">
          <p:pic>
            <p:nvPicPr>
              <p:cNvPr id="37" name="墨迹 36"/>
            </p:nvPicPr>
            <p:blipFill>
              <a:blip r:embed="rId47"/>
            </p:blipFill>
            <p:spPr>
              <a:xfrm>
                <a:off x="10281920" y="1266825"/>
                <a:ext cx="43180" cy="47625"/>
              </a:xfrm>
              <a:prstGeom prst="rect"/>
            </p:spPr>
          </p:pic>
        </mc:Fallback>
      </mc:AlternateContent>
      <mc:AlternateContent xmlns:mc="http://schemas.openxmlformats.org/markup-compatibility/2006" xmlns:p14="http://schemas.microsoft.com/office/powerpoint/2010/main">
        <mc:Choice Requires="p14">
          <p:contentPart r:id="rId48" p14:bwMode="auto">
            <p14:nvContentPartPr>
              <p14:cNvPr id="38" name="墨迹 37"/>
              <p14:cNvContentPartPr/>
              <p14:nvPr/>
            </p14:nvContentPartPr>
            <p14:xfrm>
              <a:off x="10325100" y="1323975"/>
              <a:ext cx="9525" cy="360"/>
            </p14:xfrm>
          </p:contentPart>
        </mc:Choice>
        <mc:Fallback xmlns="">
          <p:pic>
            <p:nvPicPr>
              <p:cNvPr id="38" name="墨迹 37"/>
            </p:nvPicPr>
            <p:blipFill>
              <a:blip r:embed="rId11"/>
            </p:blipFill>
            <p:spPr>
              <a:xfrm>
                <a:off x="10325100" y="1323975"/>
                <a:ext cx="9525" cy="360"/>
              </a:xfrm>
              <a:prstGeom prst="rect"/>
            </p:spPr>
          </p:pic>
        </mc:Fallback>
      </mc:AlternateContent>
      <mc:AlternateContent xmlns:mc="http://schemas.openxmlformats.org/markup-compatibility/2006" xmlns:p14="http://schemas.microsoft.com/office/powerpoint/2010/main">
        <mc:Choice Requires="p14">
          <p:contentPart r:id="rId49" p14:bwMode="auto">
            <p14:nvContentPartPr>
              <p14:cNvPr id="39" name="墨迹 38"/>
              <p14:cNvContentPartPr/>
              <p14:nvPr/>
            </p14:nvContentPartPr>
            <p14:xfrm>
              <a:off x="8996045" y="1661795"/>
              <a:ext cx="76200" cy="314325"/>
            </p14:xfrm>
          </p:contentPart>
        </mc:Choice>
        <mc:Fallback xmlns="">
          <p:pic>
            <p:nvPicPr>
              <p:cNvPr id="39" name="墨迹 38"/>
            </p:nvPicPr>
            <p:blipFill>
              <a:blip r:embed="rId50"/>
            </p:blipFill>
            <p:spPr>
              <a:xfrm>
                <a:off x="8996045" y="1661795"/>
                <a:ext cx="76200" cy="314325"/>
              </a:xfrm>
              <a:prstGeom prst="rect"/>
            </p:spPr>
          </p:pic>
        </mc:Fallback>
      </mc:AlternateContent>
      <mc:AlternateContent xmlns:mc="http://schemas.openxmlformats.org/markup-compatibility/2006" xmlns:p14="http://schemas.microsoft.com/office/powerpoint/2010/main">
        <mc:Choice Requires="p14">
          <p:contentPart r:id="rId51" p14:bwMode="auto">
            <p14:nvContentPartPr>
              <p14:cNvPr id="40" name="墨迹 39"/>
              <p14:cNvContentPartPr/>
              <p14:nvPr/>
            </p14:nvContentPartPr>
            <p14:xfrm>
              <a:off x="8996045" y="2000250"/>
              <a:ext cx="9525" cy="360"/>
            </p14:xfrm>
          </p:contentPart>
        </mc:Choice>
        <mc:Fallback xmlns="">
          <p:pic>
            <p:nvPicPr>
              <p:cNvPr id="40" name="墨迹 39"/>
            </p:nvPicPr>
            <p:blipFill>
              <a:blip r:embed="rId11"/>
            </p:blipFill>
            <p:spPr>
              <a:xfrm>
                <a:off x="8996045" y="2000250"/>
                <a:ext cx="9525" cy="360"/>
              </a:xfrm>
              <a:prstGeom prst="rect"/>
            </p:spPr>
          </p:pic>
        </mc:Fallback>
      </mc:AlternateContent>
      <mc:AlternateContent xmlns:mc="http://schemas.openxmlformats.org/markup-compatibility/2006" xmlns:p14="http://schemas.microsoft.com/office/powerpoint/2010/main">
        <mc:Choice Requires="p14">
          <p:contentPart r:id="rId52" p14:bwMode="auto">
            <p14:nvContentPartPr>
              <p14:cNvPr id="41" name="墨迹 40"/>
              <p14:cNvContentPartPr/>
              <p14:nvPr/>
            </p14:nvContentPartPr>
            <p14:xfrm>
              <a:off x="9081770" y="1652270"/>
              <a:ext cx="100330" cy="157480"/>
            </p14:xfrm>
          </p:contentPart>
        </mc:Choice>
        <mc:Fallback xmlns="">
          <p:pic>
            <p:nvPicPr>
              <p:cNvPr id="41" name="墨迹 40"/>
            </p:nvPicPr>
            <p:blipFill>
              <a:blip r:embed="rId53"/>
            </p:blipFill>
            <p:spPr>
              <a:xfrm>
                <a:off x="9081770" y="1652270"/>
                <a:ext cx="100330" cy="157480"/>
              </a:xfrm>
              <a:prstGeom prst="rect"/>
            </p:spPr>
          </p:pic>
        </mc:Fallback>
      </mc:AlternateContent>
      <mc:AlternateContent xmlns:mc="http://schemas.openxmlformats.org/markup-compatibility/2006" xmlns:p14="http://schemas.microsoft.com/office/powerpoint/2010/main">
        <mc:Choice Requires="p14">
          <p:contentPart r:id="rId54" p14:bwMode="auto">
            <p14:nvContentPartPr>
              <p14:cNvPr id="42" name="墨迹 41"/>
              <p14:cNvContentPartPr/>
              <p14:nvPr/>
            </p14:nvContentPartPr>
            <p14:xfrm>
              <a:off x="9077325" y="1819275"/>
              <a:ext cx="28575" cy="4445"/>
            </p14:xfrm>
          </p:contentPart>
        </mc:Choice>
        <mc:Fallback xmlns="">
          <p:pic>
            <p:nvPicPr>
              <p:cNvPr id="42" name="墨迹 41"/>
            </p:nvPicPr>
            <p:blipFill>
              <a:blip r:embed="rId55"/>
            </p:blipFill>
            <p:spPr>
              <a:xfrm>
                <a:off x="9077325" y="1819275"/>
                <a:ext cx="28575" cy="4445"/>
              </a:xfrm>
              <a:prstGeom prst="rect"/>
            </p:spPr>
          </p:pic>
        </mc:Fallback>
      </mc:AlternateContent>
      <mc:AlternateContent xmlns:mc="http://schemas.openxmlformats.org/markup-compatibility/2006" xmlns:p14="http://schemas.microsoft.com/office/powerpoint/2010/main">
        <mc:Choice Requires="p14">
          <p:contentPart r:id="rId56" p14:bwMode="auto">
            <p14:nvContentPartPr>
              <p14:cNvPr id="43" name="墨迹 42"/>
              <p14:cNvContentPartPr/>
              <p14:nvPr/>
            </p14:nvContentPartPr>
            <p14:xfrm>
              <a:off x="9258300" y="1680845"/>
              <a:ext cx="137795" cy="300355"/>
            </p14:xfrm>
          </p:contentPart>
        </mc:Choice>
        <mc:Fallback xmlns="">
          <p:pic>
            <p:nvPicPr>
              <p:cNvPr id="43" name="墨迹 42"/>
            </p:nvPicPr>
            <p:blipFill>
              <a:blip r:embed="rId57"/>
            </p:blipFill>
            <p:spPr>
              <a:xfrm>
                <a:off x="9258300" y="1680845"/>
                <a:ext cx="137795" cy="300355"/>
              </a:xfrm>
              <a:prstGeom prst="rect"/>
            </p:spPr>
          </p:pic>
        </mc:Fallback>
      </mc:AlternateContent>
      <mc:AlternateContent xmlns:mc="http://schemas.openxmlformats.org/markup-compatibility/2006" xmlns:p14="http://schemas.microsoft.com/office/powerpoint/2010/main">
        <mc:Choice Requires="p14">
          <p:contentPart r:id="rId58" p14:bwMode="auto">
            <p14:nvContentPartPr>
              <p14:cNvPr id="44" name="墨迹 43"/>
              <p14:cNvContentPartPr/>
              <p14:nvPr/>
            </p14:nvContentPartPr>
            <p14:xfrm>
              <a:off x="9401175" y="1981200"/>
              <a:ext cx="9525" cy="360"/>
            </p14:xfrm>
          </p:contentPart>
        </mc:Choice>
        <mc:Fallback xmlns="">
          <p:pic>
            <p:nvPicPr>
              <p:cNvPr id="44" name="墨迹 43"/>
            </p:nvPicPr>
            <p:blipFill>
              <a:blip r:embed="rId11"/>
            </p:blipFill>
            <p:spPr>
              <a:xfrm>
                <a:off x="9401175" y="1981200"/>
                <a:ext cx="9525" cy="360"/>
              </a:xfrm>
              <a:prstGeom prst="rect"/>
            </p:spPr>
          </p:pic>
        </mc:Fallback>
      </mc:AlternateContent>
      <mc:AlternateContent xmlns:mc="http://schemas.openxmlformats.org/markup-compatibility/2006" xmlns:p14="http://schemas.microsoft.com/office/powerpoint/2010/main">
        <mc:Choice Requires="p14">
          <p:contentPart r:id="rId59" p14:bwMode="auto">
            <p14:nvContentPartPr>
              <p14:cNvPr id="45" name="墨迹 44"/>
              <p14:cNvContentPartPr/>
              <p14:nvPr/>
            </p14:nvContentPartPr>
            <p14:xfrm>
              <a:off x="9458325" y="1695450"/>
              <a:ext cx="142875" cy="95250"/>
            </p14:xfrm>
          </p:contentPart>
        </mc:Choice>
        <mc:Fallback xmlns="">
          <p:pic>
            <p:nvPicPr>
              <p:cNvPr id="45" name="墨迹 44"/>
            </p:nvPicPr>
            <p:blipFill>
              <a:blip r:embed="rId60"/>
            </p:blipFill>
            <p:spPr>
              <a:xfrm>
                <a:off x="9458325" y="1695450"/>
                <a:ext cx="142875" cy="95250"/>
              </a:xfrm>
              <a:prstGeom prst="rect"/>
            </p:spPr>
          </p:pic>
        </mc:Fallback>
      </mc:AlternateContent>
      <mc:AlternateContent xmlns:mc="http://schemas.openxmlformats.org/markup-compatibility/2006" xmlns:p14="http://schemas.microsoft.com/office/powerpoint/2010/main">
        <mc:Choice Requires="p14">
          <p:contentPart r:id="rId61" p14:bwMode="auto">
            <p14:nvContentPartPr>
              <p14:cNvPr id="46" name="墨迹 45"/>
              <p14:cNvContentPartPr/>
              <p14:nvPr/>
            </p14:nvContentPartPr>
            <p14:xfrm>
              <a:off x="9496425" y="1647825"/>
              <a:ext cx="133350" cy="271145"/>
            </p14:xfrm>
          </p:contentPart>
        </mc:Choice>
        <mc:Fallback xmlns="">
          <p:pic>
            <p:nvPicPr>
              <p:cNvPr id="46" name="墨迹 45"/>
            </p:nvPicPr>
            <p:blipFill>
              <a:blip r:embed="rId62"/>
            </p:blipFill>
            <p:spPr>
              <a:xfrm>
                <a:off x="9496425" y="1647825"/>
                <a:ext cx="133350" cy="271145"/>
              </a:xfrm>
              <a:prstGeom prst="rect"/>
            </p:spPr>
          </p:pic>
        </mc:Fallback>
      </mc:AlternateContent>
      <mc:AlternateContent xmlns:mc="http://schemas.openxmlformats.org/markup-compatibility/2006" xmlns:p14="http://schemas.microsoft.com/office/powerpoint/2010/main">
        <mc:Choice Requires="p14">
          <p:contentPart r:id="rId63" p14:bwMode="auto">
            <p14:nvContentPartPr>
              <p14:cNvPr id="47" name="墨迹 46"/>
              <p14:cNvContentPartPr/>
              <p14:nvPr/>
            </p14:nvContentPartPr>
            <p14:xfrm>
              <a:off x="9719945" y="1661795"/>
              <a:ext cx="19050" cy="228600"/>
            </p14:xfrm>
          </p:contentPart>
        </mc:Choice>
        <mc:Fallback xmlns="">
          <p:pic>
            <p:nvPicPr>
              <p:cNvPr id="47" name="墨迹 46"/>
            </p:nvPicPr>
            <p:blipFill>
              <a:blip r:embed="rId64"/>
            </p:blipFill>
            <p:spPr>
              <a:xfrm>
                <a:off x="9719945" y="1661795"/>
                <a:ext cx="19050" cy="228600"/>
              </a:xfrm>
              <a:prstGeom prst="rect"/>
            </p:spPr>
          </p:pic>
        </mc:Fallback>
      </mc:AlternateContent>
      <mc:AlternateContent xmlns:mc="http://schemas.openxmlformats.org/markup-compatibility/2006" xmlns:p14="http://schemas.microsoft.com/office/powerpoint/2010/main">
        <mc:Choice Requires="p14">
          <p:contentPart r:id="rId65" p14:bwMode="auto">
            <p14:nvContentPartPr>
              <p14:cNvPr id="48" name="墨迹 47"/>
              <p14:cNvContentPartPr/>
              <p14:nvPr/>
            </p14:nvContentPartPr>
            <p14:xfrm>
              <a:off x="9834245" y="1699895"/>
              <a:ext cx="71755" cy="147955"/>
            </p14:xfrm>
          </p:contentPart>
        </mc:Choice>
        <mc:Fallback xmlns="">
          <p:pic>
            <p:nvPicPr>
              <p:cNvPr id="48" name="墨迹 47"/>
            </p:nvPicPr>
            <p:blipFill>
              <a:blip r:embed="rId66"/>
            </p:blipFill>
            <p:spPr>
              <a:xfrm>
                <a:off x="9834245" y="1699895"/>
                <a:ext cx="71755" cy="147955"/>
              </a:xfrm>
              <a:prstGeom prst="rect"/>
            </p:spPr>
          </p:pic>
        </mc:Fallback>
      </mc:AlternateContent>
      <mc:AlternateContent xmlns:mc="http://schemas.openxmlformats.org/markup-compatibility/2006" xmlns:p14="http://schemas.microsoft.com/office/powerpoint/2010/main">
        <mc:Choice Requires="p14">
          <p:contentPart r:id="rId67" p14:bwMode="auto">
            <p14:nvContentPartPr>
              <p14:cNvPr id="49" name="墨迹 48"/>
              <p14:cNvContentPartPr/>
              <p14:nvPr/>
            </p14:nvContentPartPr>
            <p14:xfrm>
              <a:off x="9848850" y="1661795"/>
              <a:ext cx="71120" cy="171450"/>
            </p14:xfrm>
          </p:contentPart>
        </mc:Choice>
        <mc:Fallback xmlns="">
          <p:pic>
            <p:nvPicPr>
              <p:cNvPr id="49" name="墨迹 48"/>
            </p:nvPicPr>
            <p:blipFill>
              <a:blip r:embed="rId68"/>
            </p:blipFill>
            <p:spPr>
              <a:xfrm>
                <a:off x="9848850" y="1661795"/>
                <a:ext cx="71120" cy="171450"/>
              </a:xfrm>
              <a:prstGeom prst="rect"/>
            </p:spPr>
          </p:pic>
        </mc:Fallback>
      </mc:AlternateContent>
      <mc:AlternateContent xmlns:mc="http://schemas.openxmlformats.org/markup-compatibility/2006" xmlns:p14="http://schemas.microsoft.com/office/powerpoint/2010/main">
        <mc:Choice Requires="p14">
          <p:contentPart r:id="rId69" p14:bwMode="auto">
            <p14:nvContentPartPr>
              <p14:cNvPr id="50" name="墨迹 49"/>
              <p14:cNvContentPartPr/>
              <p14:nvPr/>
            </p14:nvContentPartPr>
            <p14:xfrm>
              <a:off x="9848850" y="1842770"/>
              <a:ext cx="9525" cy="360"/>
            </p14:xfrm>
          </p:contentPart>
        </mc:Choice>
        <mc:Fallback xmlns="">
          <p:pic>
            <p:nvPicPr>
              <p:cNvPr id="50" name="墨迹 49"/>
            </p:nvPicPr>
            <p:blipFill>
              <a:blip r:embed="rId11"/>
            </p:blipFill>
            <p:spPr>
              <a:xfrm>
                <a:off x="9848850" y="1842770"/>
                <a:ext cx="9525" cy="360"/>
              </a:xfrm>
              <a:prstGeom prst="rect"/>
            </p:spPr>
          </p:pic>
        </mc:Fallback>
      </mc:AlternateContent>
      <mc:AlternateContent xmlns:mc="http://schemas.openxmlformats.org/markup-compatibility/2006" xmlns:p14="http://schemas.microsoft.com/office/powerpoint/2010/main">
        <mc:Choice Requires="p14">
          <p:contentPart r:id="rId70" p14:bwMode="auto">
            <p14:nvContentPartPr>
              <p14:cNvPr id="51" name="墨迹 50"/>
              <p14:cNvContentPartPr/>
              <p14:nvPr/>
            </p14:nvContentPartPr>
            <p14:xfrm>
              <a:off x="9977120" y="1628775"/>
              <a:ext cx="62230" cy="252095"/>
            </p14:xfrm>
          </p:contentPart>
        </mc:Choice>
        <mc:Fallback xmlns="">
          <p:pic>
            <p:nvPicPr>
              <p:cNvPr id="51" name="墨迹 50"/>
            </p:nvPicPr>
            <p:blipFill>
              <a:blip r:embed="rId71"/>
            </p:blipFill>
            <p:spPr>
              <a:xfrm>
                <a:off x="9977120" y="1628775"/>
                <a:ext cx="62230" cy="252095"/>
              </a:xfrm>
              <a:prstGeom prst="rect"/>
            </p:spPr>
          </p:pic>
        </mc:Fallback>
      </mc:AlternateContent>
      <mc:AlternateContent xmlns:mc="http://schemas.openxmlformats.org/markup-compatibility/2006" xmlns:p14="http://schemas.microsoft.com/office/powerpoint/2010/main">
        <mc:Choice Requires="p14">
          <p:contentPart r:id="rId72" p14:bwMode="auto">
            <p14:nvContentPartPr>
              <p14:cNvPr id="52" name="墨迹 51"/>
              <p14:cNvContentPartPr/>
              <p14:nvPr/>
            </p14:nvContentPartPr>
            <p14:xfrm>
              <a:off x="10677525" y="1619250"/>
              <a:ext cx="47625" cy="238125"/>
            </p14:xfrm>
          </p:contentPart>
        </mc:Choice>
        <mc:Fallback xmlns="">
          <p:pic>
            <p:nvPicPr>
              <p:cNvPr id="52" name="墨迹 51"/>
            </p:nvPicPr>
            <p:blipFill>
              <a:blip r:embed="rId73"/>
            </p:blipFill>
            <p:spPr>
              <a:xfrm>
                <a:off x="10677525" y="1619250"/>
                <a:ext cx="47625" cy="238125"/>
              </a:xfrm>
              <a:prstGeom prst="rect"/>
            </p:spPr>
          </p:pic>
        </mc:Fallback>
      </mc:AlternateContent>
      <mc:AlternateContent xmlns:mc="http://schemas.openxmlformats.org/markup-compatibility/2006" xmlns:p14="http://schemas.microsoft.com/office/powerpoint/2010/main">
        <mc:Choice Requires="p14">
          <p:contentPart r:id="rId74" p14:bwMode="auto">
            <p14:nvContentPartPr>
              <p14:cNvPr id="53" name="墨迹 52"/>
              <p14:cNvContentPartPr/>
              <p14:nvPr/>
            </p14:nvContentPartPr>
            <p14:xfrm>
              <a:off x="10786745" y="1685925"/>
              <a:ext cx="147955" cy="171450"/>
            </p14:xfrm>
          </p:contentPart>
        </mc:Choice>
        <mc:Fallback xmlns="">
          <p:pic>
            <p:nvPicPr>
              <p:cNvPr id="53" name="墨迹 52"/>
            </p:nvPicPr>
            <p:blipFill>
              <a:blip r:embed="rId75"/>
            </p:blipFill>
            <p:spPr>
              <a:xfrm>
                <a:off x="10786745" y="1685925"/>
                <a:ext cx="147955" cy="171450"/>
              </a:xfrm>
              <a:prstGeom prst="rect"/>
            </p:spPr>
          </p:pic>
        </mc:Fallback>
      </mc:AlternateContent>
      <mc:AlternateContent xmlns:mc="http://schemas.openxmlformats.org/markup-compatibility/2006" xmlns:p14="http://schemas.microsoft.com/office/powerpoint/2010/main">
        <mc:Choice Requires="p14">
          <p:contentPart r:id="rId76" p14:bwMode="auto">
            <p14:nvContentPartPr>
              <p14:cNvPr id="54" name="墨迹 53"/>
              <p14:cNvContentPartPr/>
              <p14:nvPr/>
            </p14:nvContentPartPr>
            <p14:xfrm>
              <a:off x="10934700" y="1814195"/>
              <a:ext cx="9525" cy="360"/>
            </p14:xfrm>
          </p:contentPart>
        </mc:Choice>
        <mc:Fallback xmlns="">
          <p:pic>
            <p:nvPicPr>
              <p:cNvPr id="54" name="墨迹 53"/>
            </p:nvPicPr>
            <p:blipFill>
              <a:blip r:embed="rId11"/>
            </p:blipFill>
            <p:spPr>
              <a:xfrm>
                <a:off x="10934700" y="1814195"/>
                <a:ext cx="9525" cy="360"/>
              </a:xfrm>
              <a:prstGeom prst="rect"/>
            </p:spPr>
          </p:pic>
        </mc:Fallback>
      </mc:AlternateContent>
      <mc:AlternateContent xmlns:mc="http://schemas.openxmlformats.org/markup-compatibility/2006" xmlns:p14="http://schemas.microsoft.com/office/powerpoint/2010/main">
        <mc:Choice Requires="p14">
          <p:contentPart r:id="rId77" p14:bwMode="auto">
            <p14:nvContentPartPr>
              <p14:cNvPr id="55" name="墨迹 54"/>
              <p14:cNvContentPartPr/>
              <p14:nvPr/>
            </p14:nvContentPartPr>
            <p14:xfrm>
              <a:off x="10782300" y="1661795"/>
              <a:ext cx="137795" cy="167005"/>
            </p14:xfrm>
          </p:contentPart>
        </mc:Choice>
        <mc:Fallback xmlns="">
          <p:pic>
            <p:nvPicPr>
              <p:cNvPr id="55" name="墨迹 54"/>
            </p:nvPicPr>
            <p:blipFill>
              <a:blip r:embed="rId78"/>
            </p:blipFill>
            <p:spPr>
              <a:xfrm>
                <a:off x="10782300" y="1661795"/>
                <a:ext cx="137795" cy="167005"/>
              </a:xfrm>
              <a:prstGeom prst="rect"/>
            </p:spPr>
          </p:pic>
        </mc:Fallback>
      </mc:AlternateContent>
      <mc:AlternateContent xmlns:mc="http://schemas.openxmlformats.org/markup-compatibility/2006" xmlns:p14="http://schemas.microsoft.com/office/powerpoint/2010/main">
        <mc:Choice Requires="p14">
          <p:contentPart r:id="rId79" p14:bwMode="auto">
            <p14:nvContentPartPr>
              <p14:cNvPr id="56" name="墨迹 55"/>
              <p14:cNvContentPartPr/>
              <p14:nvPr/>
            </p14:nvContentPartPr>
            <p14:xfrm>
              <a:off x="10996295" y="1604645"/>
              <a:ext cx="9525" cy="238125"/>
            </p14:xfrm>
          </p:contentPart>
        </mc:Choice>
        <mc:Fallback xmlns="">
          <p:pic>
            <p:nvPicPr>
              <p:cNvPr id="56" name="墨迹 55"/>
            </p:nvPicPr>
            <p:blipFill>
              <a:blip r:embed="rId80"/>
            </p:blipFill>
            <p:spPr>
              <a:xfrm>
                <a:off x="10996295" y="1604645"/>
                <a:ext cx="9525" cy="238125"/>
              </a:xfrm>
              <a:prstGeom prst="rect"/>
            </p:spPr>
          </p:pic>
        </mc:Fallback>
      </mc:AlternateContent>
      <mc:AlternateContent xmlns:mc="http://schemas.openxmlformats.org/markup-compatibility/2006" xmlns:p14="http://schemas.microsoft.com/office/powerpoint/2010/main">
        <mc:Choice Requires="p14">
          <p:contentPart r:id="rId81" p14:bwMode="auto">
            <p14:nvContentPartPr>
              <p14:cNvPr id="57" name="墨迹 56"/>
              <p14:cNvContentPartPr/>
              <p14:nvPr/>
            </p14:nvContentPartPr>
            <p14:xfrm>
              <a:off x="11062970" y="1619250"/>
              <a:ext cx="52705" cy="156845"/>
            </p14:xfrm>
          </p:contentPart>
        </mc:Choice>
        <mc:Fallback xmlns="">
          <p:pic>
            <p:nvPicPr>
              <p:cNvPr id="57" name="墨迹 56"/>
            </p:nvPicPr>
            <p:blipFill>
              <a:blip r:embed="rId82"/>
            </p:blipFill>
            <p:spPr>
              <a:xfrm>
                <a:off x="11062970" y="1619250"/>
                <a:ext cx="52705" cy="156845"/>
              </a:xfrm>
              <a:prstGeom prst="rect"/>
            </p:spPr>
          </p:pic>
        </mc:Fallback>
      </mc:AlternateContent>
      <mc:AlternateContent xmlns:mc="http://schemas.openxmlformats.org/markup-compatibility/2006" xmlns:p14="http://schemas.microsoft.com/office/powerpoint/2010/main">
        <mc:Choice Requires="p14">
          <p:contentPart r:id="rId83" p14:bwMode="auto">
            <p14:nvContentPartPr>
              <p14:cNvPr id="58" name="墨迹 57"/>
              <p14:cNvContentPartPr/>
              <p14:nvPr/>
            </p14:nvContentPartPr>
            <p14:xfrm>
              <a:off x="11125200" y="1724025"/>
              <a:ext cx="9525" cy="360"/>
            </p14:xfrm>
          </p:contentPart>
        </mc:Choice>
        <mc:Fallback xmlns="">
          <p:pic>
            <p:nvPicPr>
              <p:cNvPr id="58" name="墨迹 57"/>
            </p:nvPicPr>
            <p:blipFill>
              <a:blip r:embed="rId11"/>
            </p:blipFill>
            <p:spPr>
              <a:xfrm>
                <a:off x="11125200" y="1724025"/>
                <a:ext cx="9525" cy="360"/>
              </a:xfrm>
              <a:prstGeom prst="rect"/>
            </p:spPr>
          </p:pic>
        </mc:Fallback>
      </mc:AlternateContent>
      <mc:AlternateContent xmlns:mc="http://schemas.openxmlformats.org/markup-compatibility/2006" xmlns:p14="http://schemas.microsoft.com/office/powerpoint/2010/main">
        <mc:Choice Requires="p14">
          <p:contentPart r:id="rId84" p14:bwMode="auto">
            <p14:nvContentPartPr>
              <p14:cNvPr id="59" name="墨迹 58"/>
              <p14:cNvContentPartPr/>
              <p14:nvPr/>
            </p14:nvContentPartPr>
            <p14:xfrm>
              <a:off x="11058525" y="1571625"/>
              <a:ext cx="109220" cy="337820"/>
            </p14:xfrm>
          </p:contentPart>
        </mc:Choice>
        <mc:Fallback xmlns="">
          <p:pic>
            <p:nvPicPr>
              <p:cNvPr id="59" name="墨迹 58"/>
            </p:nvPicPr>
            <p:blipFill>
              <a:blip r:embed="rId85"/>
            </p:blipFill>
            <p:spPr>
              <a:xfrm>
                <a:off x="11058525" y="1571625"/>
                <a:ext cx="109220" cy="337820"/>
              </a:xfrm>
              <a:prstGeom prst="rect"/>
            </p:spPr>
          </p:pic>
        </mc:Fallback>
      </mc:AlternateContent>
      <mc:AlternateContent xmlns:mc="http://schemas.openxmlformats.org/markup-compatibility/2006" xmlns:p14="http://schemas.microsoft.com/office/powerpoint/2010/main">
        <mc:Choice Requires="p14">
          <p:contentPart r:id="rId86" p14:bwMode="auto">
            <p14:nvContentPartPr>
              <p14:cNvPr id="60" name="墨迹 59"/>
              <p14:cNvContentPartPr/>
              <p14:nvPr/>
            </p14:nvContentPartPr>
            <p14:xfrm>
              <a:off x="11224895" y="1581150"/>
              <a:ext cx="52705" cy="200025"/>
            </p14:xfrm>
          </p:contentPart>
        </mc:Choice>
        <mc:Fallback xmlns="">
          <p:pic>
            <p:nvPicPr>
              <p:cNvPr id="60" name="墨迹 59"/>
            </p:nvPicPr>
            <p:blipFill>
              <a:blip r:embed="rId87"/>
            </p:blipFill>
            <p:spPr>
              <a:xfrm>
                <a:off x="11224895" y="1581150"/>
                <a:ext cx="52705" cy="200025"/>
              </a:xfrm>
              <a:prstGeom prst="rect"/>
            </p:spPr>
          </p:pic>
        </mc:Fallback>
      </mc:AlternateContent>
      <mc:AlternateContent xmlns:mc="http://schemas.openxmlformats.org/markup-compatibility/2006" xmlns:p14="http://schemas.microsoft.com/office/powerpoint/2010/main">
        <mc:Choice Requires="p14">
          <p:contentPart r:id="rId88" p14:bwMode="auto">
            <p14:nvContentPartPr>
              <p14:cNvPr id="61" name="墨迹 60"/>
              <p14:cNvContentPartPr/>
              <p14:nvPr/>
            </p14:nvContentPartPr>
            <p14:xfrm>
              <a:off x="666750" y="6633845"/>
              <a:ext cx="9525" cy="360"/>
            </p14:xfrm>
          </p:contentPart>
        </mc:Choice>
        <mc:Fallback xmlns="">
          <p:pic>
            <p:nvPicPr>
              <p:cNvPr id="61" name="墨迹 60"/>
            </p:nvPicPr>
            <p:blipFill>
              <a:blip r:embed="rId11"/>
            </p:blipFill>
            <p:spPr>
              <a:xfrm>
                <a:off x="666750" y="6633845"/>
                <a:ext cx="9525" cy="360"/>
              </a:xfrm>
              <a:prstGeom prst="rect"/>
            </p:spPr>
          </p:pic>
        </mc:Fallback>
      </mc:AlternateContent>
      <mc:AlternateContent xmlns:mc="http://schemas.openxmlformats.org/markup-compatibility/2006" xmlns:p14="http://schemas.microsoft.com/office/powerpoint/2010/main">
        <mc:Choice Requires="p14">
          <p:contentPart r:id="rId89" p14:bwMode="auto">
            <p14:nvContentPartPr>
              <p14:cNvPr id="62" name="墨迹 61"/>
              <p14:cNvContentPartPr/>
              <p14:nvPr/>
            </p14:nvContentPartPr>
            <p14:xfrm>
              <a:off x="671195" y="6633845"/>
              <a:ext cx="9525" cy="360"/>
            </p14:xfrm>
          </p:contentPart>
        </mc:Choice>
        <mc:Fallback xmlns="">
          <p:pic>
            <p:nvPicPr>
              <p:cNvPr id="62" name="墨迹 61"/>
            </p:nvPicPr>
            <p:blipFill>
              <a:blip r:embed="rId11"/>
            </p:blipFill>
            <p:spPr>
              <a:xfrm>
                <a:off x="671195" y="6633845"/>
                <a:ext cx="9525" cy="360"/>
              </a:xfrm>
              <a:prstGeom prst="rect"/>
            </p:spPr>
          </p:pic>
        </mc:Fallback>
      </mc:AlternateContent>
      <mc:AlternateContent xmlns:mc="http://schemas.openxmlformats.org/markup-compatibility/2006" xmlns:p14="http://schemas.microsoft.com/office/powerpoint/2010/main">
        <mc:Choice Requires="p14">
          <p:contentPart r:id="rId90" p14:bwMode="auto">
            <p14:nvContentPartPr>
              <p14:cNvPr id="63" name="墨迹 62"/>
              <p14:cNvContentPartPr/>
              <p14:nvPr/>
            </p14:nvContentPartPr>
            <p14:xfrm>
              <a:off x="1776095" y="5686425"/>
              <a:ext cx="9525" cy="360"/>
            </p14:xfrm>
          </p:contentPart>
        </mc:Choice>
        <mc:Fallback xmlns="">
          <p:pic>
            <p:nvPicPr>
              <p:cNvPr id="63" name="墨迹 62"/>
            </p:nvPicPr>
            <p:blipFill>
              <a:blip r:embed="rId11"/>
            </p:blipFill>
            <p:spPr>
              <a:xfrm>
                <a:off x="1776095" y="5686425"/>
                <a:ext cx="9525" cy="360"/>
              </a:xfrm>
              <a:prstGeom prst="rect"/>
            </p:spPr>
          </p:pic>
        </mc:Fallback>
      </mc:AlternateContent>
      <mc:AlternateContent xmlns:mc="http://schemas.openxmlformats.org/markup-compatibility/2006" xmlns:p14="http://schemas.microsoft.com/office/powerpoint/2010/main">
        <mc:Choice Requires="p14">
          <p:contentPart r:id="rId91" p14:bwMode="auto">
            <p14:nvContentPartPr>
              <p14:cNvPr id="64" name="墨迹 63"/>
              <p14:cNvContentPartPr/>
              <p14:nvPr/>
            </p14:nvContentPartPr>
            <p14:xfrm>
              <a:off x="8629650" y="995045"/>
              <a:ext cx="128270" cy="104775"/>
            </p14:xfrm>
          </p:contentPart>
        </mc:Choice>
        <mc:Fallback xmlns="">
          <p:pic>
            <p:nvPicPr>
              <p:cNvPr id="64" name="墨迹 63"/>
            </p:nvPicPr>
            <p:blipFill>
              <a:blip r:embed="rId92"/>
            </p:blipFill>
            <p:spPr>
              <a:xfrm>
                <a:off x="8629650" y="995045"/>
                <a:ext cx="128270" cy="104775"/>
              </a:xfrm>
              <a:prstGeom prst="rect"/>
            </p:spPr>
          </p:pic>
        </mc:Fallback>
      </mc:AlternateContent>
      <mc:AlternateContent xmlns:mc="http://schemas.openxmlformats.org/markup-compatibility/2006" xmlns:p14="http://schemas.microsoft.com/office/powerpoint/2010/main">
        <mc:Choice Requires="p14">
          <p:contentPart r:id="rId93" p14:bwMode="auto">
            <p14:nvContentPartPr>
              <p14:cNvPr id="65" name="墨迹 64"/>
              <p14:cNvContentPartPr/>
              <p14:nvPr/>
            </p14:nvContentPartPr>
            <p14:xfrm>
              <a:off x="8648700" y="1028700"/>
              <a:ext cx="166370" cy="166370"/>
            </p14:xfrm>
          </p:contentPart>
        </mc:Choice>
        <mc:Fallback xmlns="">
          <p:pic>
            <p:nvPicPr>
              <p:cNvPr id="65" name="墨迹 64"/>
            </p:nvPicPr>
            <p:blipFill>
              <a:blip r:embed="rId94"/>
            </p:blipFill>
            <p:spPr>
              <a:xfrm>
                <a:off x="8648700" y="1028700"/>
                <a:ext cx="166370" cy="166370"/>
              </a:xfrm>
              <a:prstGeom prst="rect"/>
            </p:spPr>
          </p:pic>
        </mc:Fallback>
      </mc:AlternateContent>
      <mc:AlternateContent xmlns:mc="http://schemas.openxmlformats.org/markup-compatibility/2006" xmlns:p14="http://schemas.microsoft.com/office/powerpoint/2010/main">
        <mc:Choice Requires="p14">
          <p:contentPart r:id="rId95" p14:bwMode="auto">
            <p14:nvContentPartPr>
              <p14:cNvPr id="66" name="墨迹 65"/>
              <p14:cNvContentPartPr/>
              <p14:nvPr/>
            </p14:nvContentPartPr>
            <p14:xfrm>
              <a:off x="8705850" y="1080770"/>
              <a:ext cx="166370" cy="52705"/>
            </p14:xfrm>
          </p:contentPart>
        </mc:Choice>
        <mc:Fallback xmlns="">
          <p:pic>
            <p:nvPicPr>
              <p:cNvPr id="66" name="墨迹 65"/>
            </p:nvPicPr>
            <p:blipFill>
              <a:blip r:embed="rId96"/>
            </p:blipFill>
            <p:spPr>
              <a:xfrm>
                <a:off x="8705850" y="1080770"/>
                <a:ext cx="166370" cy="52705"/>
              </a:xfrm>
              <a:prstGeom prst="rect"/>
            </p:spPr>
          </p:pic>
        </mc:Fallback>
      </mc:AlternateContent>
      <mc:AlternateContent xmlns:mc="http://schemas.openxmlformats.org/markup-compatibility/2006" xmlns:p14="http://schemas.microsoft.com/office/powerpoint/2010/main">
        <mc:Choice Requires="p14">
          <p:contentPart r:id="rId97" p14:bwMode="auto">
            <p14:nvContentPartPr>
              <p14:cNvPr id="67" name="墨迹 66"/>
              <p14:cNvContentPartPr/>
              <p14:nvPr/>
            </p14:nvContentPartPr>
            <p14:xfrm>
              <a:off x="8877300" y="1137920"/>
              <a:ext cx="9525" cy="360"/>
            </p14:xfrm>
          </p:contentPart>
        </mc:Choice>
        <mc:Fallback xmlns="">
          <p:pic>
            <p:nvPicPr>
              <p:cNvPr id="67" name="墨迹 66"/>
            </p:nvPicPr>
            <p:blipFill>
              <a:blip r:embed="rId11"/>
            </p:blipFill>
            <p:spPr>
              <a:xfrm>
                <a:off x="8877300" y="1137920"/>
                <a:ext cx="9525" cy="360"/>
              </a:xfrm>
              <a:prstGeom prst="rect"/>
            </p:spPr>
          </p:pic>
        </mc:Fallback>
      </mc:AlternateContent>
      <mc:AlternateContent xmlns:mc="http://schemas.openxmlformats.org/markup-compatibility/2006" xmlns:p14="http://schemas.microsoft.com/office/powerpoint/2010/main">
        <mc:Choice Requires="p14">
          <p:contentPart r:id="rId98" p14:bwMode="auto">
            <p14:nvContentPartPr>
              <p14:cNvPr id="68" name="墨迹 67"/>
              <p14:cNvContentPartPr/>
              <p14:nvPr/>
            </p14:nvContentPartPr>
            <p14:xfrm>
              <a:off x="8700770" y="1214120"/>
              <a:ext cx="171450" cy="5080"/>
            </p14:xfrm>
          </p:contentPart>
        </mc:Choice>
        <mc:Fallback xmlns="">
          <p:pic>
            <p:nvPicPr>
              <p:cNvPr id="68" name="墨迹 67"/>
            </p:nvPicPr>
            <p:blipFill>
              <a:blip r:embed="rId99"/>
            </p:blipFill>
            <p:spPr>
              <a:xfrm>
                <a:off x="8700770" y="1214120"/>
                <a:ext cx="171450" cy="5080"/>
              </a:xfrm>
              <a:prstGeom prst="rect"/>
            </p:spPr>
          </p:pic>
        </mc:Fallback>
      </mc:AlternateContent>
      <mc:AlternateContent xmlns:mc="http://schemas.openxmlformats.org/markup-compatibility/2006" xmlns:p14="http://schemas.microsoft.com/office/powerpoint/2010/main">
        <mc:Choice Requires="p14">
          <p:contentPart r:id="rId100" p14:bwMode="auto">
            <p14:nvContentPartPr>
              <p14:cNvPr id="69" name="墨迹 68"/>
              <p14:cNvContentPartPr/>
              <p14:nvPr/>
            </p14:nvContentPartPr>
            <p14:xfrm>
              <a:off x="8872220" y="1214120"/>
              <a:ext cx="9525" cy="360"/>
            </p14:xfrm>
          </p:contentPart>
        </mc:Choice>
        <mc:Fallback xmlns="">
          <p:pic>
            <p:nvPicPr>
              <p:cNvPr id="69" name="墨迹 68"/>
            </p:nvPicPr>
            <p:blipFill>
              <a:blip r:embed="rId11"/>
            </p:blipFill>
            <p:spPr>
              <a:xfrm>
                <a:off x="8872220" y="1214120"/>
                <a:ext cx="9525" cy="360"/>
              </a:xfrm>
              <a:prstGeom prst="rect"/>
            </p:spPr>
          </p:pic>
        </mc:Fallback>
      </mc:AlternateContent>
      <mc:AlternateContent xmlns:mc="http://schemas.openxmlformats.org/markup-compatibility/2006" xmlns:p14="http://schemas.microsoft.com/office/powerpoint/2010/main">
        <mc:Choice Requires="p14">
          <p:contentPart r:id="rId101" p14:bwMode="auto">
            <p14:nvContentPartPr>
              <p14:cNvPr id="70" name="墨迹 69"/>
              <p14:cNvContentPartPr/>
              <p14:nvPr/>
            </p14:nvContentPartPr>
            <p14:xfrm>
              <a:off x="8786495" y="1143000"/>
              <a:ext cx="24130" cy="223520"/>
            </p14:xfrm>
          </p:contentPart>
        </mc:Choice>
        <mc:Fallback xmlns="">
          <p:pic>
            <p:nvPicPr>
              <p:cNvPr id="70" name="墨迹 69"/>
            </p:nvPicPr>
            <p:blipFill>
              <a:blip r:embed="rId102"/>
            </p:blipFill>
            <p:spPr>
              <a:xfrm>
                <a:off x="8786495" y="1143000"/>
                <a:ext cx="24130" cy="223520"/>
              </a:xfrm>
              <a:prstGeom prst="rect"/>
            </p:spPr>
          </p:pic>
        </mc:Fallback>
      </mc:AlternateContent>
      <mc:AlternateContent xmlns:mc="http://schemas.openxmlformats.org/markup-compatibility/2006" xmlns:p14="http://schemas.microsoft.com/office/powerpoint/2010/main">
        <mc:Choice Requires="p14">
          <p:contentPart r:id="rId103" p14:bwMode="auto">
            <p14:nvContentPartPr>
              <p14:cNvPr id="71" name="墨迹 70"/>
              <p14:cNvContentPartPr/>
              <p14:nvPr/>
            </p14:nvContentPartPr>
            <p14:xfrm>
              <a:off x="8724900" y="1266825"/>
              <a:ext cx="33020" cy="28575"/>
            </p14:xfrm>
          </p:contentPart>
        </mc:Choice>
        <mc:Fallback xmlns="">
          <p:pic>
            <p:nvPicPr>
              <p:cNvPr id="71" name="墨迹 70"/>
            </p:nvPicPr>
            <p:blipFill>
              <a:blip r:embed="rId104"/>
            </p:blipFill>
            <p:spPr>
              <a:xfrm>
                <a:off x="8724900" y="1266825"/>
                <a:ext cx="33020" cy="28575"/>
              </a:xfrm>
              <a:prstGeom prst="rect"/>
            </p:spPr>
          </p:pic>
        </mc:Fallback>
      </mc:AlternateContent>
      <mc:AlternateContent xmlns:mc="http://schemas.openxmlformats.org/markup-compatibility/2006" xmlns:p14="http://schemas.microsoft.com/office/powerpoint/2010/main">
        <mc:Choice Requires="p14">
          <p:contentPart r:id="rId105" p14:bwMode="auto">
            <p14:nvContentPartPr>
              <p14:cNvPr id="72" name="墨迹 71"/>
              <p14:cNvContentPartPr/>
              <p14:nvPr/>
            </p14:nvContentPartPr>
            <p14:xfrm>
              <a:off x="8719820" y="1299845"/>
              <a:ext cx="9525" cy="360"/>
            </p14:xfrm>
          </p:contentPart>
        </mc:Choice>
        <mc:Fallback xmlns="">
          <p:pic>
            <p:nvPicPr>
              <p:cNvPr id="72" name="墨迹 71"/>
            </p:nvPicPr>
            <p:blipFill>
              <a:blip r:embed="rId11"/>
            </p:blipFill>
            <p:spPr>
              <a:xfrm>
                <a:off x="8719820" y="1299845"/>
                <a:ext cx="9525" cy="360"/>
              </a:xfrm>
              <a:prstGeom prst="rect"/>
            </p:spPr>
          </p:pic>
        </mc:Fallback>
      </mc:AlternateContent>
      <mc:AlternateContent xmlns:mc="http://schemas.openxmlformats.org/markup-compatibility/2006" xmlns:p14="http://schemas.microsoft.com/office/powerpoint/2010/main">
        <mc:Choice Requires="p14">
          <p:contentPart r:id="rId106" p14:bwMode="auto">
            <p14:nvContentPartPr>
              <p14:cNvPr id="73" name="墨迹 72"/>
              <p14:cNvContentPartPr/>
              <p14:nvPr/>
            </p14:nvContentPartPr>
            <p14:xfrm>
              <a:off x="8848725" y="1266825"/>
              <a:ext cx="38100" cy="42545"/>
            </p14:xfrm>
          </p:contentPart>
        </mc:Choice>
        <mc:Fallback xmlns="">
          <p:pic>
            <p:nvPicPr>
              <p:cNvPr id="73" name="墨迹 72"/>
            </p:nvPicPr>
            <p:blipFill>
              <a:blip r:embed="rId107"/>
            </p:blipFill>
            <p:spPr>
              <a:xfrm>
                <a:off x="8848725" y="1266825"/>
                <a:ext cx="38100" cy="42545"/>
              </a:xfrm>
              <a:prstGeom prst="rect"/>
            </p:spPr>
          </p:pic>
        </mc:Fallback>
      </mc:AlternateContent>
      <mc:AlternateContent xmlns:mc="http://schemas.openxmlformats.org/markup-compatibility/2006" xmlns:p14="http://schemas.microsoft.com/office/powerpoint/2010/main">
        <mc:Choice Requires="p14">
          <p:contentPart r:id="rId108" p14:bwMode="auto">
            <p14:nvContentPartPr>
              <p14:cNvPr id="74" name="墨迹 73"/>
              <p14:cNvContentPartPr/>
              <p14:nvPr/>
            </p14:nvContentPartPr>
            <p14:xfrm>
              <a:off x="8886825" y="1314450"/>
              <a:ext cx="9525" cy="360"/>
            </p14:xfrm>
          </p:contentPart>
        </mc:Choice>
        <mc:Fallback xmlns="">
          <p:pic>
            <p:nvPicPr>
              <p:cNvPr id="74" name="墨迹 73"/>
            </p:nvPicPr>
            <p:blipFill>
              <a:blip r:embed="rId11"/>
            </p:blipFill>
            <p:spPr>
              <a:xfrm>
                <a:off x="8886825" y="1314450"/>
                <a:ext cx="9525" cy="360"/>
              </a:xfrm>
              <a:prstGeom prst="rect"/>
            </p:spPr>
          </p:pic>
        </mc:Fallback>
      </mc:AlternateContent>
      <mc:AlternateContent xmlns:mc="http://schemas.openxmlformats.org/markup-compatibility/2006" xmlns:p14="http://schemas.microsoft.com/office/powerpoint/2010/main">
        <mc:Choice Requires="p14">
          <p:contentPart r:id="rId109" p14:bwMode="auto">
            <p14:nvContentPartPr>
              <p14:cNvPr id="75" name="墨迹 74"/>
              <p14:cNvContentPartPr/>
              <p14:nvPr/>
            </p14:nvContentPartPr>
            <p14:xfrm>
              <a:off x="1823720" y="5724525"/>
              <a:ext cx="9525" cy="360"/>
            </p14:xfrm>
          </p:contentPart>
        </mc:Choice>
        <mc:Fallback xmlns="">
          <p:pic>
            <p:nvPicPr>
              <p:cNvPr id="75" name="墨迹 74"/>
            </p:nvPicPr>
            <p:blipFill>
              <a:blip r:embed="rId11"/>
            </p:blipFill>
            <p:spPr>
              <a:xfrm>
                <a:off x="1823720" y="5724525"/>
                <a:ext cx="9525" cy="360"/>
              </a:xfrm>
              <a:prstGeom prst="rect"/>
            </p:spPr>
          </p:pic>
        </mc:Fallback>
      </mc:AlternateContent>
      <mc:AlternateContent xmlns:mc="http://schemas.openxmlformats.org/markup-compatibility/2006" xmlns:p14="http://schemas.microsoft.com/office/powerpoint/2010/main">
        <mc:Choice Requires="p14">
          <p:contentPart r:id="rId110" p14:bwMode="auto">
            <p14:nvContentPartPr>
              <p14:cNvPr id="76" name="墨迹 75"/>
              <p14:cNvContentPartPr/>
              <p14:nvPr/>
            </p14:nvContentPartPr>
            <p14:xfrm>
              <a:off x="10458450" y="1524000"/>
              <a:ext cx="9525" cy="280670"/>
            </p14:xfrm>
          </p:contentPart>
        </mc:Choice>
        <mc:Fallback xmlns="">
          <p:pic>
            <p:nvPicPr>
              <p:cNvPr id="76" name="墨迹 75"/>
            </p:nvPicPr>
            <p:blipFill>
              <a:blip r:embed="rId111"/>
            </p:blipFill>
            <p:spPr>
              <a:xfrm>
                <a:off x="10458450" y="1524000"/>
                <a:ext cx="9525" cy="280670"/>
              </a:xfrm>
              <a:prstGeom prst="rect"/>
            </p:spPr>
          </p:pic>
        </mc:Fallback>
      </mc:AlternateContent>
      <mc:AlternateContent xmlns:mc="http://schemas.openxmlformats.org/markup-compatibility/2006" xmlns:p14="http://schemas.microsoft.com/office/powerpoint/2010/main">
        <mc:Choice Requires="p14">
          <p:contentPart r:id="rId112" p14:bwMode="auto">
            <p14:nvContentPartPr>
              <p14:cNvPr id="77" name="墨迹 76"/>
              <p14:cNvContentPartPr/>
              <p14:nvPr/>
            </p14:nvContentPartPr>
            <p14:xfrm>
              <a:off x="10462895" y="1518920"/>
              <a:ext cx="114300" cy="180975"/>
            </p14:xfrm>
          </p:contentPart>
        </mc:Choice>
        <mc:Fallback xmlns="">
          <p:pic>
            <p:nvPicPr>
              <p:cNvPr id="77" name="墨迹 76"/>
            </p:nvPicPr>
            <p:blipFill>
              <a:blip r:embed="rId113"/>
            </p:blipFill>
            <p:spPr>
              <a:xfrm>
                <a:off x="10462895" y="1518920"/>
                <a:ext cx="114300" cy="180975"/>
              </a:xfrm>
              <a:prstGeom prst="rect"/>
            </p:spPr>
          </p:pic>
        </mc:Fallback>
      </mc:AlternateContent>
      <mc:AlternateContent xmlns:mc="http://schemas.openxmlformats.org/markup-compatibility/2006" xmlns:p14="http://schemas.microsoft.com/office/powerpoint/2010/main">
        <mc:Choice Requires="p14">
          <p:contentPart r:id="rId114" p14:bwMode="auto">
            <p14:nvContentPartPr>
              <p14:cNvPr id="78" name="墨迹 77"/>
              <p14:cNvContentPartPr/>
              <p14:nvPr/>
            </p14:nvContentPartPr>
            <p14:xfrm>
              <a:off x="10448925" y="1699895"/>
              <a:ext cx="9525" cy="360"/>
            </p14:xfrm>
          </p:contentPart>
        </mc:Choice>
        <mc:Fallback xmlns="">
          <p:pic>
            <p:nvPicPr>
              <p:cNvPr id="78" name="墨迹 77"/>
            </p:nvPicPr>
            <p:blipFill>
              <a:blip r:embed="rId11"/>
            </p:blipFill>
            <p:spPr>
              <a:xfrm>
                <a:off x="10448925" y="1699895"/>
                <a:ext cx="9525" cy="360"/>
              </a:xfrm>
              <a:prstGeom prst="rect"/>
            </p:spPr>
          </p:pic>
        </mc:Fallback>
      </mc:AlternateContent>
      <mc:AlternateContent xmlns:mc="http://schemas.openxmlformats.org/markup-compatibility/2006" xmlns:p14="http://schemas.microsoft.com/office/powerpoint/2010/main">
        <mc:Choice Requires="p14">
          <p:contentPart r:id="rId115" p14:bwMode="auto">
            <p14:nvContentPartPr>
              <p14:cNvPr id="79" name="墨迹 78"/>
              <p14:cNvContentPartPr/>
              <p14:nvPr/>
            </p14:nvContentPartPr>
            <p14:xfrm>
              <a:off x="10210800" y="1485900"/>
              <a:ext cx="147320" cy="461645"/>
            </p14:xfrm>
          </p:contentPart>
        </mc:Choice>
        <mc:Fallback xmlns="">
          <p:pic>
            <p:nvPicPr>
              <p:cNvPr id="79" name="墨迹 78"/>
            </p:nvPicPr>
            <p:blipFill>
              <a:blip r:embed="rId116"/>
            </p:blipFill>
            <p:spPr>
              <a:xfrm>
                <a:off x="10210800" y="1485900"/>
                <a:ext cx="147320" cy="461645"/>
              </a:xfrm>
              <a:prstGeom prst="rect"/>
            </p:spPr>
          </p:pic>
        </mc:Fallback>
      </mc:AlternateContent>
      <mc:AlternateContent xmlns:mc="http://schemas.openxmlformats.org/markup-compatibility/2006" xmlns:p14="http://schemas.microsoft.com/office/powerpoint/2010/main">
        <mc:Choice Requires="p14">
          <p:contentPart r:id="rId117" p14:bwMode="auto">
            <p14:nvContentPartPr>
              <p14:cNvPr id="80" name="墨迹 79"/>
              <p14:cNvContentPartPr/>
              <p14:nvPr/>
            </p14:nvContentPartPr>
            <p14:xfrm>
              <a:off x="9919970" y="1976120"/>
              <a:ext cx="28575" cy="214630"/>
            </p14:xfrm>
          </p:contentPart>
        </mc:Choice>
        <mc:Fallback xmlns="">
          <p:pic>
            <p:nvPicPr>
              <p:cNvPr id="80" name="墨迹 79"/>
            </p:nvPicPr>
            <p:blipFill>
              <a:blip r:embed="rId118"/>
            </p:blipFill>
            <p:spPr>
              <a:xfrm>
                <a:off x="9919970" y="1976120"/>
                <a:ext cx="28575" cy="214630"/>
              </a:xfrm>
              <a:prstGeom prst="rect"/>
            </p:spPr>
          </p:pic>
        </mc:Fallback>
      </mc:AlternateContent>
      <mc:AlternateContent xmlns:mc="http://schemas.openxmlformats.org/markup-compatibility/2006" xmlns:p14="http://schemas.microsoft.com/office/powerpoint/2010/main">
        <mc:Choice Requires="p14">
          <p:contentPart r:id="rId119" p14:bwMode="auto">
            <p14:nvContentPartPr>
              <p14:cNvPr id="81" name="墨迹 80"/>
              <p14:cNvContentPartPr/>
              <p14:nvPr/>
            </p14:nvContentPartPr>
            <p14:xfrm>
              <a:off x="9915525" y="2195195"/>
              <a:ext cx="9525" cy="360"/>
            </p14:xfrm>
          </p:contentPart>
        </mc:Choice>
        <mc:Fallback xmlns="">
          <p:pic>
            <p:nvPicPr>
              <p:cNvPr id="81" name="墨迹 80"/>
            </p:nvPicPr>
            <p:blipFill>
              <a:blip r:embed="rId11"/>
            </p:blipFill>
            <p:spPr>
              <a:xfrm>
                <a:off x="9915525" y="2195195"/>
                <a:ext cx="9525" cy="360"/>
              </a:xfrm>
              <a:prstGeom prst="rect"/>
            </p:spPr>
          </p:pic>
        </mc:Fallback>
      </mc:AlternateContent>
      <mc:AlternateContent xmlns:mc="http://schemas.openxmlformats.org/markup-compatibility/2006" xmlns:p14="http://schemas.microsoft.com/office/powerpoint/2010/main">
        <mc:Choice Requires="p14">
          <p:contentPart r:id="rId120" p14:bwMode="auto">
            <p14:nvContentPartPr>
              <p14:cNvPr id="82" name="墨迹 81"/>
              <p14:cNvContentPartPr/>
              <p14:nvPr/>
            </p14:nvContentPartPr>
            <p14:xfrm>
              <a:off x="10010775" y="1966595"/>
              <a:ext cx="38100" cy="224155"/>
            </p14:xfrm>
          </p:contentPart>
        </mc:Choice>
        <mc:Fallback xmlns="">
          <p:pic>
            <p:nvPicPr>
              <p:cNvPr id="82" name="墨迹 81"/>
            </p:nvPicPr>
            <p:blipFill>
              <a:blip r:embed="rId121"/>
            </p:blipFill>
            <p:spPr>
              <a:xfrm>
                <a:off x="10010775" y="1966595"/>
                <a:ext cx="38100" cy="224155"/>
              </a:xfrm>
              <a:prstGeom prst="rect"/>
            </p:spPr>
          </p:pic>
        </mc:Fallback>
      </mc:AlternateContent>
      <mc:AlternateContent xmlns:mc="http://schemas.openxmlformats.org/markup-compatibility/2006" xmlns:p14="http://schemas.microsoft.com/office/powerpoint/2010/main">
        <mc:Choice Requires="p14">
          <p:contentPart r:id="rId122" p14:bwMode="auto">
            <p14:nvContentPartPr>
              <p14:cNvPr id="83" name="墨迹 82"/>
              <p14:cNvContentPartPr/>
              <p14:nvPr/>
            </p14:nvContentPartPr>
            <p14:xfrm>
              <a:off x="9791700" y="2066925"/>
              <a:ext cx="366395" cy="228600"/>
            </p14:xfrm>
          </p:contentPart>
        </mc:Choice>
        <mc:Fallback xmlns="">
          <p:pic>
            <p:nvPicPr>
              <p:cNvPr id="83" name="墨迹 82"/>
            </p:nvPicPr>
            <p:blipFill>
              <a:blip r:embed="rId123"/>
            </p:blipFill>
            <p:spPr>
              <a:xfrm>
                <a:off x="9791700" y="2066925"/>
                <a:ext cx="366395" cy="228600"/>
              </a:xfrm>
              <a:prstGeom prst="rect"/>
            </p:spPr>
          </p:pic>
        </mc:Fallback>
      </mc:AlternateContent>
      <mc:AlternateContent xmlns:mc="http://schemas.openxmlformats.org/markup-compatibility/2006" xmlns:p14="http://schemas.microsoft.com/office/powerpoint/2010/main">
        <mc:Choice Requires="p14">
          <p:contentPart r:id="rId124" p14:bwMode="auto">
            <p14:nvContentPartPr>
              <p14:cNvPr id="84" name="墨迹 83"/>
              <p14:cNvContentPartPr/>
              <p14:nvPr/>
            </p14:nvContentPartPr>
            <p14:xfrm>
              <a:off x="9262745" y="2476500"/>
              <a:ext cx="224155" cy="28575"/>
            </p14:xfrm>
          </p:contentPart>
        </mc:Choice>
        <mc:Fallback xmlns="">
          <p:pic>
            <p:nvPicPr>
              <p:cNvPr id="84" name="墨迹 83"/>
            </p:nvPicPr>
            <p:blipFill>
              <a:blip r:embed="rId125"/>
            </p:blipFill>
            <p:spPr>
              <a:xfrm>
                <a:off x="9262745" y="2476500"/>
                <a:ext cx="224155" cy="28575"/>
              </a:xfrm>
              <a:prstGeom prst="rect"/>
            </p:spPr>
          </p:pic>
        </mc:Fallback>
      </mc:AlternateContent>
      <mc:AlternateContent xmlns:mc="http://schemas.openxmlformats.org/markup-compatibility/2006" xmlns:p14="http://schemas.microsoft.com/office/powerpoint/2010/main">
        <mc:Choice Requires="p14">
          <p:contentPart r:id="rId126" p14:bwMode="auto">
            <p14:nvContentPartPr>
              <p14:cNvPr id="85" name="墨迹 84"/>
              <p14:cNvContentPartPr/>
              <p14:nvPr/>
            </p14:nvContentPartPr>
            <p14:xfrm>
              <a:off x="9253220" y="2604770"/>
              <a:ext cx="295275" cy="5080"/>
            </p14:xfrm>
          </p:contentPart>
        </mc:Choice>
        <mc:Fallback xmlns="">
          <p:pic>
            <p:nvPicPr>
              <p:cNvPr id="85" name="墨迹 84"/>
            </p:nvPicPr>
            <p:blipFill>
              <a:blip r:embed="rId127"/>
            </p:blipFill>
            <p:spPr>
              <a:xfrm>
                <a:off x="9253220" y="2604770"/>
                <a:ext cx="295275" cy="5080"/>
              </a:xfrm>
              <a:prstGeom prst="rect"/>
            </p:spPr>
          </p:pic>
        </mc:Fallback>
      </mc:AlternateContent>
      <mc:AlternateContent xmlns:mc="http://schemas.openxmlformats.org/markup-compatibility/2006" xmlns:p14="http://schemas.microsoft.com/office/powerpoint/2010/main">
        <mc:Choice Requires="p14">
          <p:contentPart r:id="rId128" p14:bwMode="auto">
            <p14:nvContentPartPr>
              <p14:cNvPr id="86" name="墨迹 85"/>
              <p14:cNvContentPartPr/>
              <p14:nvPr/>
            </p14:nvContentPartPr>
            <p14:xfrm>
              <a:off x="9677400" y="2433320"/>
              <a:ext cx="185420" cy="180975"/>
            </p14:xfrm>
          </p:contentPart>
        </mc:Choice>
        <mc:Fallback xmlns="">
          <p:pic>
            <p:nvPicPr>
              <p:cNvPr id="86" name="墨迹 85"/>
            </p:nvPicPr>
            <p:blipFill>
              <a:blip r:embed="rId129"/>
            </p:blipFill>
            <p:spPr>
              <a:xfrm>
                <a:off x="9677400" y="2433320"/>
                <a:ext cx="185420" cy="180975"/>
              </a:xfrm>
              <a:prstGeom prst="rect"/>
            </p:spPr>
          </p:pic>
        </mc:Fallback>
      </mc:AlternateContent>
      <mc:AlternateContent xmlns:mc="http://schemas.openxmlformats.org/markup-compatibility/2006" xmlns:p14="http://schemas.microsoft.com/office/powerpoint/2010/main">
        <mc:Choice Requires="p14">
          <p:contentPart r:id="rId130" p14:bwMode="auto">
            <p14:nvContentPartPr>
              <p14:cNvPr id="87" name="墨迹 86"/>
              <p14:cNvContentPartPr/>
              <p14:nvPr/>
            </p14:nvContentPartPr>
            <p14:xfrm>
              <a:off x="10048875" y="2447925"/>
              <a:ext cx="52070" cy="109220"/>
            </p14:xfrm>
          </p:contentPart>
        </mc:Choice>
        <mc:Fallback xmlns="">
          <p:pic>
            <p:nvPicPr>
              <p:cNvPr id="87" name="墨迹 86"/>
            </p:nvPicPr>
            <p:blipFill>
              <a:blip r:embed="rId131"/>
            </p:blipFill>
            <p:spPr>
              <a:xfrm>
                <a:off x="10048875" y="2447925"/>
                <a:ext cx="52070" cy="109220"/>
              </a:xfrm>
              <a:prstGeom prst="rect"/>
            </p:spPr>
          </p:pic>
        </mc:Fallback>
      </mc:AlternateContent>
      <mc:AlternateContent xmlns:mc="http://schemas.openxmlformats.org/markup-compatibility/2006" xmlns:p14="http://schemas.microsoft.com/office/powerpoint/2010/main">
        <mc:Choice Requires="p14">
          <p:contentPart r:id="rId132" p14:bwMode="auto">
            <p14:nvContentPartPr>
              <p14:cNvPr id="88" name="墨迹 87"/>
              <p14:cNvContentPartPr/>
              <p14:nvPr/>
            </p14:nvContentPartPr>
            <p14:xfrm>
              <a:off x="10106025" y="2566670"/>
              <a:ext cx="9525" cy="360"/>
            </p14:xfrm>
          </p:contentPart>
        </mc:Choice>
        <mc:Fallback xmlns="">
          <p:pic>
            <p:nvPicPr>
              <p:cNvPr id="88" name="墨迹 87"/>
            </p:nvPicPr>
            <p:blipFill>
              <a:blip r:embed="rId11"/>
            </p:blipFill>
            <p:spPr>
              <a:xfrm>
                <a:off x="10106025" y="2566670"/>
                <a:ext cx="9525" cy="360"/>
              </a:xfrm>
              <a:prstGeom prst="rect"/>
            </p:spPr>
          </p:pic>
        </mc:Fallback>
      </mc:AlternateContent>
      <mc:AlternateContent xmlns:mc="http://schemas.openxmlformats.org/markup-compatibility/2006" xmlns:p14="http://schemas.microsoft.com/office/powerpoint/2010/main">
        <mc:Choice Requires="p14">
          <p:contentPart r:id="rId133" p14:bwMode="auto">
            <p14:nvContentPartPr>
              <p14:cNvPr id="89" name="墨迹 88"/>
              <p14:cNvContentPartPr/>
              <p14:nvPr/>
            </p14:nvContentPartPr>
            <p14:xfrm>
              <a:off x="10024745" y="2552700"/>
              <a:ext cx="57150" cy="57150"/>
            </p14:xfrm>
          </p:contentPart>
        </mc:Choice>
        <mc:Fallback xmlns="">
          <p:pic>
            <p:nvPicPr>
              <p:cNvPr id="89" name="墨迹 88"/>
            </p:nvPicPr>
            <p:blipFill>
              <a:blip r:embed="rId134"/>
            </p:blipFill>
            <p:spPr>
              <a:xfrm>
                <a:off x="10024745" y="2552700"/>
                <a:ext cx="57150" cy="57150"/>
              </a:xfrm>
              <a:prstGeom prst="rect"/>
            </p:spPr>
          </p:pic>
        </mc:Fallback>
      </mc:AlternateContent>
      <mc:AlternateContent xmlns:mc="http://schemas.openxmlformats.org/markup-compatibility/2006" xmlns:p14="http://schemas.microsoft.com/office/powerpoint/2010/main">
        <mc:Choice Requires="p14">
          <p:contentPart r:id="rId135" p14:bwMode="auto">
            <p14:nvContentPartPr>
              <p14:cNvPr id="90" name="墨迹 89"/>
              <p14:cNvContentPartPr/>
              <p14:nvPr/>
            </p14:nvContentPartPr>
            <p14:xfrm>
              <a:off x="9658350" y="2752725"/>
              <a:ext cx="38100" cy="438150"/>
            </p14:xfrm>
          </p:contentPart>
        </mc:Choice>
        <mc:Fallback xmlns="">
          <p:pic>
            <p:nvPicPr>
              <p:cNvPr id="90" name="墨迹 89"/>
            </p:nvPicPr>
            <p:blipFill>
              <a:blip r:embed="rId136"/>
            </p:blipFill>
            <p:spPr>
              <a:xfrm>
                <a:off x="9658350" y="2752725"/>
                <a:ext cx="38100" cy="438150"/>
              </a:xfrm>
              <a:prstGeom prst="rect"/>
            </p:spPr>
          </p:pic>
        </mc:Fallback>
      </mc:AlternateContent>
      <mc:AlternateContent xmlns:mc="http://schemas.openxmlformats.org/markup-compatibility/2006" xmlns:p14="http://schemas.microsoft.com/office/powerpoint/2010/main">
        <mc:Choice Requires="p14">
          <p:contentPart r:id="rId137" p14:bwMode="auto">
            <p14:nvContentPartPr>
              <p14:cNvPr id="91" name="墨迹 90"/>
              <p14:cNvContentPartPr/>
              <p14:nvPr/>
            </p14:nvContentPartPr>
            <p14:xfrm>
              <a:off x="9710420" y="2752725"/>
              <a:ext cx="128905" cy="219075"/>
            </p14:xfrm>
          </p:contentPart>
        </mc:Choice>
        <mc:Fallback xmlns="">
          <p:pic>
            <p:nvPicPr>
              <p:cNvPr id="91" name="墨迹 90"/>
            </p:nvPicPr>
            <p:blipFill>
              <a:blip r:embed="rId138"/>
            </p:blipFill>
            <p:spPr>
              <a:xfrm>
                <a:off x="9710420" y="2752725"/>
                <a:ext cx="128905" cy="219075"/>
              </a:xfrm>
              <a:prstGeom prst="rect"/>
            </p:spPr>
          </p:pic>
        </mc:Fallback>
      </mc:AlternateContent>
      <mc:AlternateContent xmlns:mc="http://schemas.openxmlformats.org/markup-compatibility/2006" xmlns:p14="http://schemas.microsoft.com/office/powerpoint/2010/main">
        <mc:Choice Requires="p14">
          <p:contentPart r:id="rId139" p14:bwMode="auto">
            <p14:nvContentPartPr>
              <p14:cNvPr id="92" name="墨迹 91"/>
              <p14:cNvContentPartPr/>
              <p14:nvPr/>
            </p14:nvContentPartPr>
            <p14:xfrm>
              <a:off x="9696450" y="2971800"/>
              <a:ext cx="9525" cy="360"/>
            </p14:xfrm>
          </p:contentPart>
        </mc:Choice>
        <mc:Fallback xmlns="">
          <p:pic>
            <p:nvPicPr>
              <p:cNvPr id="92" name="墨迹 91"/>
            </p:nvPicPr>
            <p:blipFill>
              <a:blip r:embed="rId11"/>
            </p:blipFill>
            <p:spPr>
              <a:xfrm>
                <a:off x="9696450" y="2971800"/>
                <a:ext cx="9525" cy="360"/>
              </a:xfrm>
              <a:prstGeom prst="rect"/>
            </p:spPr>
          </p:pic>
        </mc:Fallback>
      </mc:AlternateContent>
      <mc:AlternateContent xmlns:mc="http://schemas.openxmlformats.org/markup-compatibility/2006" xmlns:p14="http://schemas.microsoft.com/office/powerpoint/2010/main">
        <mc:Choice Requires="p14">
          <p:contentPart r:id="rId140" p14:bwMode="auto">
            <p14:nvContentPartPr>
              <p14:cNvPr id="93" name="墨迹 92"/>
              <p14:cNvContentPartPr/>
              <p14:nvPr/>
            </p14:nvContentPartPr>
            <p14:xfrm>
              <a:off x="9896475" y="2880995"/>
              <a:ext cx="85725" cy="257175"/>
            </p14:xfrm>
          </p:contentPart>
        </mc:Choice>
        <mc:Fallback xmlns="">
          <p:pic>
            <p:nvPicPr>
              <p:cNvPr id="93" name="墨迹 92"/>
            </p:nvPicPr>
            <p:blipFill>
              <a:blip r:embed="rId141"/>
            </p:blipFill>
            <p:spPr>
              <a:xfrm>
                <a:off x="9896475" y="2880995"/>
                <a:ext cx="85725" cy="257175"/>
              </a:xfrm>
              <a:prstGeom prst="rect"/>
            </p:spPr>
          </p:pic>
        </mc:Fallback>
      </mc:AlternateContent>
      <mc:AlternateContent xmlns:mc="http://schemas.openxmlformats.org/markup-compatibility/2006" xmlns:p14="http://schemas.microsoft.com/office/powerpoint/2010/main">
        <mc:Choice Requires="p14">
          <p:contentPart r:id="rId142" p14:bwMode="auto">
            <p14:nvContentPartPr>
              <p14:cNvPr id="94" name="墨迹 93"/>
              <p14:cNvContentPartPr/>
              <p14:nvPr/>
            </p14:nvContentPartPr>
            <p14:xfrm>
              <a:off x="10043795" y="2928620"/>
              <a:ext cx="200025" cy="200025"/>
            </p14:xfrm>
          </p:contentPart>
        </mc:Choice>
        <mc:Fallback xmlns="">
          <p:pic>
            <p:nvPicPr>
              <p:cNvPr id="94" name="墨迹 93"/>
            </p:nvPicPr>
            <p:blipFill>
              <a:blip r:embed="rId143"/>
            </p:blipFill>
            <p:spPr>
              <a:xfrm>
                <a:off x="10043795" y="2928620"/>
                <a:ext cx="200025" cy="200025"/>
              </a:xfrm>
              <a:prstGeom prst="rect"/>
            </p:spPr>
          </p:pic>
        </mc:Fallback>
      </mc:AlternateContent>
      <mc:AlternateContent xmlns:mc="http://schemas.openxmlformats.org/markup-compatibility/2006" xmlns:p14="http://schemas.microsoft.com/office/powerpoint/2010/main">
        <mc:Choice Requires="p14">
          <p:contentPart r:id="rId144" p14:bwMode="auto">
            <p14:nvContentPartPr>
              <p14:cNvPr id="95" name="墨迹 94"/>
              <p14:cNvContentPartPr/>
              <p14:nvPr/>
            </p14:nvContentPartPr>
            <p14:xfrm>
              <a:off x="10248900" y="3038475"/>
              <a:ext cx="360" cy="19050"/>
            </p14:xfrm>
          </p:contentPart>
        </mc:Choice>
        <mc:Fallback xmlns="">
          <p:pic>
            <p:nvPicPr>
              <p:cNvPr id="95" name="墨迹 94"/>
            </p:nvPicPr>
            <p:blipFill>
              <a:blip r:embed="rId145"/>
            </p:blipFill>
            <p:spPr>
              <a:xfrm>
                <a:off x="10248900" y="3038475"/>
                <a:ext cx="360" cy="19050"/>
              </a:xfrm>
              <a:prstGeom prst="rect"/>
            </p:spPr>
          </p:pic>
        </mc:Fallback>
      </mc:AlternateContent>
      <mc:AlternateContent xmlns:mc="http://schemas.openxmlformats.org/markup-compatibility/2006" xmlns:p14="http://schemas.microsoft.com/office/powerpoint/2010/main">
        <mc:Choice Requires="p14">
          <p:contentPart r:id="rId146" p14:bwMode="auto">
            <p14:nvContentPartPr>
              <p14:cNvPr id="96" name="墨迹 95"/>
              <p14:cNvContentPartPr/>
              <p14:nvPr/>
            </p14:nvContentPartPr>
            <p14:xfrm>
              <a:off x="10096500" y="2890520"/>
              <a:ext cx="90170" cy="152400"/>
            </p14:xfrm>
          </p:contentPart>
        </mc:Choice>
        <mc:Fallback xmlns="">
          <p:pic>
            <p:nvPicPr>
              <p:cNvPr id="96" name="墨迹 95"/>
            </p:nvPicPr>
            <p:blipFill>
              <a:blip r:embed="rId147"/>
            </p:blipFill>
            <p:spPr>
              <a:xfrm>
                <a:off x="10096500" y="2890520"/>
                <a:ext cx="90170" cy="152400"/>
              </a:xfrm>
              <a:prstGeom prst="rect"/>
            </p:spPr>
          </p:pic>
        </mc:Fallback>
      </mc:AlternateContent>
      <mc:AlternateContent xmlns:mc="http://schemas.openxmlformats.org/markup-compatibility/2006" xmlns:p14="http://schemas.microsoft.com/office/powerpoint/2010/main">
        <mc:Choice Requires="p14">
          <p:contentPart r:id="rId148" p14:bwMode="auto">
            <p14:nvContentPartPr>
              <p14:cNvPr id="97" name="墨迹 96"/>
              <p14:cNvContentPartPr/>
              <p14:nvPr/>
            </p14:nvContentPartPr>
            <p14:xfrm>
              <a:off x="10229850" y="3028950"/>
              <a:ext cx="66675" cy="156845"/>
            </p14:xfrm>
          </p:contentPart>
        </mc:Choice>
        <mc:Fallback xmlns="">
          <p:pic>
            <p:nvPicPr>
              <p:cNvPr id="97" name="墨迹 96"/>
            </p:nvPicPr>
            <p:blipFill>
              <a:blip r:embed="rId149"/>
            </p:blipFill>
            <p:spPr>
              <a:xfrm>
                <a:off x="10229850" y="3028950"/>
                <a:ext cx="66675" cy="156845"/>
              </a:xfrm>
              <a:prstGeom prst="rect"/>
            </p:spPr>
          </p:pic>
        </mc:Fallback>
      </mc:AlternateContent>
      <mc:AlternateContent xmlns:mc="http://schemas.openxmlformats.org/markup-compatibility/2006" xmlns:p14="http://schemas.microsoft.com/office/powerpoint/2010/main">
        <mc:Choice Requires="p14">
          <p:contentPart r:id="rId150" p14:bwMode="auto">
            <p14:nvContentPartPr>
              <p14:cNvPr id="98" name="墨迹 97"/>
              <p14:cNvContentPartPr/>
              <p14:nvPr/>
            </p14:nvContentPartPr>
            <p14:xfrm>
              <a:off x="10315575" y="2833370"/>
              <a:ext cx="166370" cy="395605"/>
            </p14:xfrm>
          </p:contentPart>
        </mc:Choice>
        <mc:Fallback xmlns="">
          <p:pic>
            <p:nvPicPr>
              <p:cNvPr id="98" name="墨迹 97"/>
            </p:nvPicPr>
            <p:blipFill>
              <a:blip r:embed="rId151"/>
            </p:blipFill>
            <p:spPr>
              <a:xfrm>
                <a:off x="10315575" y="2833370"/>
                <a:ext cx="166370" cy="395605"/>
              </a:xfrm>
              <a:prstGeom prst="rect"/>
            </p:spPr>
          </p:pic>
        </mc:Fallback>
      </mc:AlternateContent>
      <mc:AlternateContent xmlns:mc="http://schemas.openxmlformats.org/markup-compatibility/2006" xmlns:p14="http://schemas.microsoft.com/office/powerpoint/2010/main">
        <mc:Choice Requires="p14">
          <p:contentPart r:id="rId152" p14:bwMode="auto">
            <p14:nvContentPartPr>
              <p14:cNvPr id="99" name="墨迹 98"/>
              <p14:cNvContentPartPr/>
              <p14:nvPr/>
            </p14:nvContentPartPr>
            <p14:xfrm>
              <a:off x="10477500" y="2861945"/>
              <a:ext cx="80645" cy="233680"/>
            </p14:xfrm>
          </p:contentPart>
        </mc:Choice>
        <mc:Fallback xmlns="">
          <p:pic>
            <p:nvPicPr>
              <p:cNvPr id="99" name="墨迹 98"/>
            </p:nvPicPr>
            <p:blipFill>
              <a:blip r:embed="rId153"/>
            </p:blipFill>
            <p:spPr>
              <a:xfrm>
                <a:off x="10477500" y="2861945"/>
                <a:ext cx="80645" cy="233680"/>
              </a:xfrm>
              <a:prstGeom prst="rect"/>
            </p:spPr>
          </p:pic>
        </mc:Fallback>
      </mc:AlternateContent>
      <mc:AlternateContent xmlns:mc="http://schemas.openxmlformats.org/markup-compatibility/2006" xmlns:p14="http://schemas.microsoft.com/office/powerpoint/2010/main">
        <mc:Choice Requires="p14">
          <p:contentPart r:id="rId154" p14:bwMode="auto">
            <p14:nvContentPartPr>
              <p14:cNvPr id="100" name="墨迹 99"/>
              <p14:cNvContentPartPr/>
              <p14:nvPr/>
            </p14:nvContentPartPr>
            <p14:xfrm>
              <a:off x="10467975" y="3105150"/>
              <a:ext cx="360" cy="360"/>
            </p14:xfrm>
          </p:contentPart>
        </mc:Choice>
        <mc:Fallback xmlns="">
          <p:pic>
            <p:nvPicPr>
              <p:cNvPr id="100" name="墨迹 99"/>
            </p:nvPicPr>
            <p:blipFill>
              <a:blip r:embed="rId155"/>
            </p:blipFill>
            <p:spPr>
              <a:xfrm>
                <a:off x="10467975" y="3105150"/>
                <a:ext cx="360" cy="360"/>
              </a:xfrm>
              <a:prstGeom prst="rect"/>
            </p:spPr>
          </p:pic>
        </mc:Fallback>
      </mc:AlternateContent>
      <mc:AlternateContent xmlns:mc="http://schemas.openxmlformats.org/markup-compatibility/2006" xmlns:p14="http://schemas.microsoft.com/office/powerpoint/2010/main">
        <mc:Choice Requires="p14">
          <p:contentPart r:id="rId156" p14:bwMode="auto">
            <p14:nvContentPartPr>
              <p14:cNvPr id="101" name="墨迹 100"/>
              <p14:cNvContentPartPr/>
              <p14:nvPr/>
            </p14:nvContentPartPr>
            <p14:xfrm>
              <a:off x="10315575" y="2000250"/>
              <a:ext cx="95250" cy="223520"/>
            </p14:xfrm>
          </p:contentPart>
        </mc:Choice>
        <mc:Fallback xmlns="">
          <p:pic>
            <p:nvPicPr>
              <p:cNvPr id="101" name="墨迹 100"/>
            </p:nvPicPr>
            <p:blipFill>
              <a:blip r:embed="rId157"/>
            </p:blipFill>
            <p:spPr>
              <a:xfrm>
                <a:off x="10315575" y="2000250"/>
                <a:ext cx="95250" cy="223520"/>
              </a:xfrm>
              <a:prstGeom prst="rect"/>
            </p:spPr>
          </p:pic>
        </mc:Fallback>
      </mc:AlternateContent>
      <mc:AlternateContent xmlns:mc="http://schemas.openxmlformats.org/markup-compatibility/2006" xmlns:p14="http://schemas.microsoft.com/office/powerpoint/2010/main">
        <mc:Choice Requires="p14">
          <p:contentPart r:id="rId158" p14:bwMode="auto">
            <p14:nvContentPartPr>
              <p14:cNvPr id="102" name="墨迹 101"/>
              <p14:cNvContentPartPr/>
              <p14:nvPr/>
            </p14:nvContentPartPr>
            <p14:xfrm>
              <a:off x="10258425" y="1995170"/>
              <a:ext cx="233045" cy="200025"/>
            </p14:xfrm>
          </p:contentPart>
        </mc:Choice>
        <mc:Fallback xmlns="">
          <p:pic>
            <p:nvPicPr>
              <p:cNvPr id="102" name="墨迹 101"/>
            </p:nvPicPr>
            <p:blipFill>
              <a:blip r:embed="rId159"/>
            </p:blipFill>
            <p:spPr>
              <a:xfrm>
                <a:off x="10258425" y="1995170"/>
                <a:ext cx="233045" cy="200025"/>
              </a:xfrm>
              <a:prstGeom prst="rect"/>
            </p:spPr>
          </p:pic>
        </mc:Fallback>
      </mc:AlternateContent>
      <mc:AlternateContent xmlns:mc="http://schemas.openxmlformats.org/markup-compatibility/2006" xmlns:p14="http://schemas.microsoft.com/office/powerpoint/2010/main">
        <mc:Choice Requires="p14">
          <p:contentPart r:id="rId160" p14:bwMode="auto">
            <p14:nvContentPartPr>
              <p14:cNvPr id="103" name="墨迹 102"/>
              <p14:cNvContentPartPr/>
              <p14:nvPr/>
            </p14:nvContentPartPr>
            <p14:xfrm>
              <a:off x="10186670" y="1943100"/>
              <a:ext cx="38100" cy="13970"/>
            </p14:xfrm>
          </p:contentPart>
        </mc:Choice>
        <mc:Fallback xmlns="">
          <p:pic>
            <p:nvPicPr>
              <p:cNvPr id="103" name="墨迹 102"/>
            </p:nvPicPr>
            <p:blipFill>
              <a:blip r:embed="rId161"/>
            </p:blipFill>
            <p:spPr>
              <a:xfrm>
                <a:off x="10186670" y="1943100"/>
                <a:ext cx="38100" cy="13970"/>
              </a:xfrm>
              <a:prstGeom prst="rect"/>
            </p:spPr>
          </p:pic>
        </mc:Fallback>
      </mc:AlternateContent>
      <mc:AlternateContent xmlns:mc="http://schemas.openxmlformats.org/markup-compatibility/2006" xmlns:p14="http://schemas.microsoft.com/office/powerpoint/2010/main">
        <mc:Choice Requires="p14">
          <p:contentPart r:id="rId162" p14:bwMode="auto">
            <p14:nvContentPartPr>
              <p14:cNvPr id="104" name="墨迹 103"/>
              <p14:cNvContentPartPr/>
              <p14:nvPr/>
            </p14:nvContentPartPr>
            <p14:xfrm>
              <a:off x="10229850" y="1971675"/>
              <a:ext cx="9525" cy="360"/>
            </p14:xfrm>
          </p:contentPart>
        </mc:Choice>
        <mc:Fallback xmlns="">
          <p:pic>
            <p:nvPicPr>
              <p:cNvPr id="104" name="墨迹 103"/>
            </p:nvPicPr>
            <p:blipFill>
              <a:blip r:embed="rId163"/>
            </p:blipFill>
            <p:spPr>
              <a:xfrm>
                <a:off x="10229850" y="1971675"/>
                <a:ext cx="9525" cy="360"/>
              </a:xfrm>
              <a:prstGeom prst="rect"/>
            </p:spPr>
          </p:pic>
        </mc:Fallback>
      </mc:AlternateContent>
      <mc:AlternateContent xmlns:mc="http://schemas.openxmlformats.org/markup-compatibility/2006" xmlns:p14="http://schemas.microsoft.com/office/powerpoint/2010/main">
        <mc:Choice Requires="p14">
          <p:contentPart r:id="rId164" p14:bwMode="auto">
            <p14:nvContentPartPr>
              <p14:cNvPr id="105" name="墨迹 104"/>
              <p14:cNvContentPartPr/>
              <p14:nvPr/>
            </p14:nvContentPartPr>
            <p14:xfrm>
              <a:off x="10191750" y="1995170"/>
              <a:ext cx="28575" cy="360"/>
            </p14:xfrm>
          </p:contentPart>
        </mc:Choice>
        <mc:Fallback xmlns="">
          <p:pic>
            <p:nvPicPr>
              <p:cNvPr id="105" name="墨迹 104"/>
            </p:nvPicPr>
            <p:blipFill>
              <a:blip r:embed="rId165"/>
            </p:blipFill>
            <p:spPr>
              <a:xfrm>
                <a:off x="10191750" y="1995170"/>
                <a:ext cx="28575" cy="360"/>
              </a:xfrm>
              <a:prstGeom prst="rect"/>
            </p:spPr>
          </p:pic>
        </mc:Fallback>
      </mc:AlternateContent>
      <mc:AlternateContent xmlns:mc="http://schemas.openxmlformats.org/markup-compatibility/2006" xmlns:p14="http://schemas.microsoft.com/office/powerpoint/2010/main">
        <mc:Choice Requires="p14">
          <p:contentPart r:id="rId166" p14:bwMode="auto">
            <p14:nvContentPartPr>
              <p14:cNvPr id="106" name="墨迹 105"/>
              <p14:cNvContentPartPr/>
              <p14:nvPr/>
            </p14:nvContentPartPr>
            <p14:xfrm>
              <a:off x="10220325" y="1995170"/>
              <a:ext cx="9525" cy="360"/>
            </p14:xfrm>
          </p:contentPart>
        </mc:Choice>
        <mc:Fallback xmlns="">
          <p:pic>
            <p:nvPicPr>
              <p:cNvPr id="106" name="墨迹 105"/>
            </p:nvPicPr>
            <p:blipFill>
              <a:blip r:embed="rId163"/>
            </p:blipFill>
            <p:spPr>
              <a:xfrm>
                <a:off x="10220325" y="1995170"/>
                <a:ext cx="9525" cy="360"/>
              </a:xfrm>
              <a:prstGeom prst="rect"/>
            </p:spPr>
          </p:pic>
        </mc:Fallback>
      </mc:AlternateContent>
      <mc:AlternateContent xmlns:mc="http://schemas.openxmlformats.org/markup-compatibility/2006" xmlns:p14="http://schemas.microsoft.com/office/powerpoint/2010/main">
        <mc:Choice Requires="p14">
          <p:contentPart r:id="rId167" p14:bwMode="auto">
            <p14:nvContentPartPr>
              <p14:cNvPr id="107" name="墨迹 106"/>
              <p14:cNvContentPartPr/>
              <p14:nvPr/>
            </p14:nvContentPartPr>
            <p14:xfrm>
              <a:off x="10525125" y="1957070"/>
              <a:ext cx="66675" cy="71755"/>
            </p14:xfrm>
          </p:contentPart>
        </mc:Choice>
        <mc:Fallback xmlns="">
          <p:pic>
            <p:nvPicPr>
              <p:cNvPr id="107" name="墨迹 106"/>
            </p:nvPicPr>
            <p:blipFill>
              <a:blip r:embed="rId168"/>
            </p:blipFill>
            <p:spPr>
              <a:xfrm>
                <a:off x="10525125" y="1957070"/>
                <a:ext cx="66675" cy="71755"/>
              </a:xfrm>
              <a:prstGeom prst="rect"/>
            </p:spPr>
          </p:pic>
        </mc:Fallback>
      </mc:AlternateContent>
      <mc:AlternateContent xmlns:mc="http://schemas.openxmlformats.org/markup-compatibility/2006" xmlns:p14="http://schemas.microsoft.com/office/powerpoint/2010/main">
        <mc:Choice Requires="p14">
          <p:contentPart r:id="rId169" p14:bwMode="auto">
            <p14:nvContentPartPr>
              <p14:cNvPr id="108" name="墨迹 107"/>
              <p14:cNvContentPartPr/>
              <p14:nvPr/>
            </p14:nvContentPartPr>
            <p14:xfrm>
              <a:off x="10520045" y="2038350"/>
              <a:ext cx="9525" cy="360"/>
            </p14:xfrm>
          </p:contentPart>
        </mc:Choice>
        <mc:Fallback xmlns="">
          <p:pic>
            <p:nvPicPr>
              <p:cNvPr id="108" name="墨迹 107"/>
            </p:nvPicPr>
            <p:blipFill>
              <a:blip r:embed="rId163"/>
            </p:blipFill>
            <p:spPr>
              <a:xfrm>
                <a:off x="10520045" y="2038350"/>
                <a:ext cx="9525" cy="360"/>
              </a:xfrm>
              <a:prstGeom prst="rect"/>
            </p:spPr>
          </p:pic>
        </mc:Fallback>
      </mc:AlternateContent>
      <mc:AlternateContent xmlns:mc="http://schemas.openxmlformats.org/markup-compatibility/2006" xmlns:p14="http://schemas.microsoft.com/office/powerpoint/2010/main">
        <mc:Choice Requires="p14">
          <p:contentPart r:id="rId170" p14:bwMode="auto">
            <p14:nvContentPartPr>
              <p14:cNvPr id="109" name="墨迹 108"/>
              <p14:cNvContentPartPr/>
              <p14:nvPr/>
            </p14:nvContentPartPr>
            <p14:xfrm>
              <a:off x="10563225" y="1966595"/>
              <a:ext cx="57150" cy="57150"/>
            </p14:xfrm>
          </p:contentPart>
        </mc:Choice>
        <mc:Fallback xmlns="">
          <p:pic>
            <p:nvPicPr>
              <p:cNvPr id="109" name="墨迹 108"/>
            </p:nvPicPr>
            <p:blipFill>
              <a:blip r:embed="rId171"/>
            </p:blipFill>
            <p:spPr>
              <a:xfrm>
                <a:off x="10563225" y="1966595"/>
                <a:ext cx="57150" cy="57150"/>
              </a:xfrm>
              <a:prstGeom prst="rect"/>
            </p:spPr>
          </p:pic>
        </mc:Fallback>
      </mc:AlternateContent>
      <mc:AlternateContent xmlns:mc="http://schemas.openxmlformats.org/markup-compatibility/2006" xmlns:p14="http://schemas.microsoft.com/office/powerpoint/2010/main">
        <mc:Choice Requires="p14">
          <p:contentPart r:id="rId172" p14:bwMode="auto">
            <p14:nvContentPartPr>
              <p14:cNvPr id="110" name="墨迹 109"/>
              <p14:cNvContentPartPr/>
              <p14:nvPr/>
            </p14:nvContentPartPr>
            <p14:xfrm>
              <a:off x="10548620" y="2042795"/>
              <a:ext cx="5080" cy="360"/>
            </p14:xfrm>
          </p:contentPart>
        </mc:Choice>
        <mc:Fallback xmlns="">
          <p:pic>
            <p:nvPicPr>
              <p:cNvPr id="110" name="墨迹 109"/>
            </p:nvPicPr>
            <p:blipFill>
              <a:blip r:embed="rId173"/>
            </p:blipFill>
            <p:spPr>
              <a:xfrm>
                <a:off x="10548620" y="2042795"/>
                <a:ext cx="5080" cy="360"/>
              </a:xfrm>
              <a:prstGeom prst="rect"/>
            </p:spPr>
          </p:pic>
        </mc:Fallback>
      </mc:AlternateContent>
    </p:spTree>
    <p:custDataLst>
      <p:tags r:id="rId174"/>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宋体" panose="02010600030101010101" pitchFamily="2" charset="-122"/>
                <a:ea typeface="宋体" panose="02010600030101010101" pitchFamily="2" charset="-122"/>
                <a:sym typeface="+mn-ea"/>
              </a:rPr>
              <a:t>马尔可夫链蒙泰卡洛</a:t>
            </a:r>
            <a:endParaRPr lang="zh-CN" altLang="en-US">
              <a:latin typeface="宋体" panose="02010600030101010101" pitchFamily="2" charset="-122"/>
              <a:ea typeface="宋体" panose="02010600030101010101" pitchFamily="2" charset="-122"/>
            </a:endParaRPr>
          </a:p>
        </p:txBody>
      </p:sp>
      <p:sp>
        <p:nvSpPr>
          <p:cNvPr id="3" name="内容占位符 2"/>
          <p:cNvSpPr>
            <a:spLocks noGrp="1"/>
          </p:cNvSpPr>
          <p:nvPr>
            <p:ph idx="1"/>
          </p:nvPr>
        </p:nvSpPr>
        <p:spPr/>
        <p:txBody>
          <a:bodyPr/>
          <a:p>
            <a:pPr marL="0" indent="0">
              <a:buNone/>
            </a:pPr>
            <a:r>
              <a:rPr lang="zh-CN" altLang="en-US">
                <a:latin typeface="宋体" panose="02010600030101010101" pitchFamily="2" charset="-122"/>
                <a:ea typeface="宋体" panose="02010600030101010101" pitchFamily="2" charset="-122"/>
              </a:rPr>
              <a:t>马尔可夫链</a:t>
            </a:r>
            <a:endParaRPr lang="zh-CN" altLang="en-US">
              <a:latin typeface="宋体" panose="02010600030101010101" pitchFamily="2" charset="-122"/>
              <a:ea typeface="宋体" panose="02010600030101010101" pitchFamily="2" charset="-122"/>
            </a:endParaRPr>
          </a:p>
        </p:txBody>
      </p:sp>
      <p:pic>
        <p:nvPicPr>
          <p:cNvPr id="4" name="图片 3" descr="屏幕截图 2024-11-01 132109"/>
          <p:cNvPicPr>
            <a:picLocks noChangeAspect="1"/>
          </p:cNvPicPr>
          <p:nvPr/>
        </p:nvPicPr>
        <p:blipFill>
          <a:blip r:embed="rId1"/>
          <a:stretch>
            <a:fillRect/>
          </a:stretch>
        </p:blipFill>
        <p:spPr>
          <a:xfrm>
            <a:off x="608330" y="1941830"/>
            <a:ext cx="8290560" cy="4799330"/>
          </a:xfrm>
          <a:prstGeom prst="rect">
            <a:avLst/>
          </a:prstGeom>
        </p:spPr>
      </p:pic>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内容占位符 1"/>
          <p:cNvSpPr>
            <a:spLocks noGrp="1"/>
          </p:cNvSpPr>
          <p:nvPr>
            <p:ph sz="quarter" idx="13"/>
          </p:nvPr>
        </p:nvSpPr>
        <p:spPr/>
        <p:txBody>
          <a:bodyPr/>
          <a:p>
            <a:pPr marL="0" indent="0">
              <a:buNone/>
            </a:pPr>
            <a:r>
              <a:rPr lang="zh-CN" altLang="en-US">
                <a:latin typeface="宋体" panose="02010600030101010101" pitchFamily="2" charset="-122"/>
                <a:ea typeface="宋体" panose="02010600030101010101" pitchFamily="2" charset="-122"/>
              </a:rPr>
              <a:t>马尔可夫链：未来的状态只取决于现在的状态，不依赖于之前的步骤。（特性、规则）</a:t>
            </a:r>
            <a:endParaRPr lang="zh-CN" altLang="en-US">
              <a:latin typeface="宋体" panose="02010600030101010101" pitchFamily="2" charset="-122"/>
              <a:ea typeface="宋体" panose="02010600030101010101" pitchFamily="2" charset="-122"/>
            </a:endParaRPr>
          </a:p>
          <a:p>
            <a:pPr marL="0" indent="0">
              <a:buNone/>
            </a:pPr>
            <a:endParaRPr lang="zh-CN" altLang="en-US">
              <a:latin typeface="宋体" panose="02010600030101010101" pitchFamily="2" charset="-122"/>
              <a:ea typeface="宋体" panose="02010600030101010101" pitchFamily="2" charset="-122"/>
            </a:endParaRPr>
          </a:p>
        </p:txBody>
      </p:sp>
      <p:pic>
        <p:nvPicPr>
          <p:cNvPr id="3" name="图片 2" descr="微信图片_20241101140701"/>
          <p:cNvPicPr>
            <a:picLocks noChangeAspect="1"/>
          </p:cNvPicPr>
          <p:nvPr/>
        </p:nvPicPr>
        <p:blipFill>
          <a:blip r:embed="rId1"/>
          <a:stretch>
            <a:fillRect/>
          </a:stretch>
        </p:blipFill>
        <p:spPr>
          <a:xfrm>
            <a:off x="835660" y="1186180"/>
            <a:ext cx="9147175" cy="5634355"/>
          </a:xfrm>
          <a:prstGeom prst="rect">
            <a:avLst/>
          </a:prstGeom>
        </p:spPr>
      </p:pic>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latin typeface="宋体" panose="02010600030101010101" pitchFamily="2" charset="-122"/>
                <a:ea typeface="宋体" panose="02010600030101010101" pitchFamily="2" charset="-122"/>
                <a:sym typeface="+mn-ea"/>
              </a:rPr>
              <a:t>马尔可夫链蒙泰卡洛</a:t>
            </a:r>
            <a:endParaRPr lang="zh-CN" altLang="en-US">
              <a:latin typeface="宋体" panose="02010600030101010101" pitchFamily="2" charset="-122"/>
              <a:ea typeface="宋体" panose="02010600030101010101" pitchFamily="2" charset="-122"/>
            </a:endParaRPr>
          </a:p>
        </p:txBody>
      </p:sp>
      <p:pic>
        <p:nvPicPr>
          <p:cNvPr id="4" name="内容占位符 3" descr="屏幕截图 2024-11-01 132313"/>
          <p:cNvPicPr>
            <a:picLocks noChangeAspect="1"/>
          </p:cNvPicPr>
          <p:nvPr>
            <p:ph idx="1"/>
          </p:nvPr>
        </p:nvPicPr>
        <p:blipFill>
          <a:blip r:embed="rId1"/>
          <a:stretch>
            <a:fillRect/>
          </a:stretch>
        </p:blipFill>
        <p:spPr>
          <a:xfrm>
            <a:off x="763270" y="1445895"/>
            <a:ext cx="6699250" cy="4759325"/>
          </a:xfrm>
          <a:prstGeom prst="rect">
            <a:avLst/>
          </a:prstGeom>
        </p:spPr>
      </p:pic>
      <mc:AlternateContent xmlns:mc="http://schemas.openxmlformats.org/markup-compatibility/2006" xmlns:p14="http://schemas.microsoft.com/office/powerpoint/2010/main">
        <mc:Choice Requires="p14">
          <p:contentPart r:id="rId2" p14:bwMode="auto">
            <p14:nvContentPartPr>
              <p14:cNvPr id="10" name="墨迹 9"/>
              <p14:cNvContentPartPr/>
              <p14:nvPr/>
            </p14:nvContentPartPr>
            <p14:xfrm>
              <a:off x="1181100" y="5724525"/>
              <a:ext cx="9525" cy="360"/>
            </p14:xfrm>
          </p:contentPart>
        </mc:Choice>
        <mc:Fallback xmlns="">
          <p:pic>
            <p:nvPicPr>
              <p:cNvPr id="10" name="墨迹 9"/>
            </p:nvPicPr>
            <p:blipFill>
              <a:blip r:embed="rId3"/>
            </p:blipFill>
            <p:spPr>
              <a:xfrm>
                <a:off x="1181100" y="5724525"/>
                <a:ext cx="9525" cy="360"/>
              </a:xfrm>
              <a:prstGeom prst="rect"/>
            </p:spPr>
          </p:pic>
        </mc:Fallback>
      </mc:AlternateContent>
      <mc:AlternateContent xmlns:mc="http://schemas.openxmlformats.org/markup-compatibility/2006" xmlns:p14="http://schemas.microsoft.com/office/powerpoint/2010/main">
        <mc:Choice Requires="p14">
          <p:contentPart r:id="rId4" p14:bwMode="auto">
            <p14:nvContentPartPr>
              <p14:cNvPr id="11" name="墨迹 10"/>
              <p14:cNvContentPartPr/>
              <p14:nvPr/>
            </p14:nvContentPartPr>
            <p14:xfrm>
              <a:off x="3057525" y="4700270"/>
              <a:ext cx="847725" cy="333375"/>
            </p14:xfrm>
          </p:contentPart>
        </mc:Choice>
        <mc:Fallback xmlns="">
          <p:pic>
            <p:nvPicPr>
              <p:cNvPr id="11" name="墨迹 10"/>
            </p:nvPicPr>
            <p:blipFill>
              <a:blip r:embed="rId5"/>
            </p:blipFill>
            <p:spPr>
              <a:xfrm>
                <a:off x="3057525" y="4700270"/>
                <a:ext cx="847725" cy="333375"/>
              </a:xfrm>
              <a:prstGeom prst="rect"/>
            </p:spPr>
          </p:pic>
        </mc:Fallback>
      </mc:AlternateContent>
      <mc:AlternateContent xmlns:mc="http://schemas.openxmlformats.org/markup-compatibility/2006" xmlns:p14="http://schemas.microsoft.com/office/powerpoint/2010/main">
        <mc:Choice Requires="p14">
          <p:contentPart r:id="rId6" p14:bwMode="auto">
            <p14:nvContentPartPr>
              <p14:cNvPr id="12" name="墨迹 11"/>
              <p14:cNvContentPartPr/>
              <p14:nvPr/>
            </p14:nvContentPartPr>
            <p14:xfrm>
              <a:off x="3109595" y="4733925"/>
              <a:ext cx="9525" cy="360"/>
            </p14:xfrm>
          </p:contentPart>
        </mc:Choice>
        <mc:Fallback xmlns="">
          <p:pic>
            <p:nvPicPr>
              <p:cNvPr id="12" name="墨迹 11"/>
            </p:nvPicPr>
            <p:blipFill>
              <a:blip r:embed="rId3"/>
            </p:blipFill>
            <p:spPr>
              <a:xfrm>
                <a:off x="3109595" y="4733925"/>
                <a:ext cx="9525" cy="36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13" name="墨迹 12"/>
              <p14:cNvContentPartPr/>
              <p14:nvPr/>
            </p14:nvContentPartPr>
            <p14:xfrm>
              <a:off x="1181100" y="5700395"/>
              <a:ext cx="9525" cy="360"/>
            </p14:xfrm>
          </p:contentPart>
        </mc:Choice>
        <mc:Fallback xmlns="">
          <p:pic>
            <p:nvPicPr>
              <p:cNvPr id="13" name="墨迹 12"/>
            </p:nvPicPr>
            <p:blipFill>
              <a:blip r:embed="rId3"/>
            </p:blipFill>
            <p:spPr>
              <a:xfrm>
                <a:off x="1181100" y="5700395"/>
                <a:ext cx="9525" cy="360"/>
              </a:xfrm>
              <a:prstGeom prst="rect"/>
            </p:spPr>
          </p:pic>
        </mc:Fallback>
      </mc:AlternateContent>
      <mc:AlternateContent xmlns:mc="http://schemas.openxmlformats.org/markup-compatibility/2006" xmlns:p14="http://schemas.microsoft.com/office/powerpoint/2010/main">
        <mc:Choice Requires="p14">
          <p:contentPart r:id="rId8" p14:bwMode="auto">
            <p14:nvContentPartPr>
              <p14:cNvPr id="14" name="墨迹 13"/>
              <p14:cNvContentPartPr/>
              <p14:nvPr/>
            </p14:nvContentPartPr>
            <p14:xfrm>
              <a:off x="4371975" y="4662170"/>
              <a:ext cx="871220" cy="376555"/>
            </p14:xfrm>
          </p:contentPart>
        </mc:Choice>
        <mc:Fallback xmlns="">
          <p:pic>
            <p:nvPicPr>
              <p:cNvPr id="14" name="墨迹 13"/>
            </p:nvPicPr>
            <p:blipFill>
              <a:blip r:embed="rId9"/>
            </p:blipFill>
            <p:spPr>
              <a:xfrm>
                <a:off x="4371975" y="4662170"/>
                <a:ext cx="871220" cy="376555"/>
              </a:xfrm>
              <a:prstGeom prst="rect"/>
            </p:spPr>
          </p:pic>
        </mc:Fallback>
      </mc:AlternateContent>
      <mc:AlternateContent xmlns:mc="http://schemas.openxmlformats.org/markup-compatibility/2006" xmlns:p14="http://schemas.microsoft.com/office/powerpoint/2010/main">
        <mc:Choice Requires="p14">
          <p:contentPart r:id="rId10" p14:bwMode="auto">
            <p14:nvContentPartPr>
              <p14:cNvPr id="15" name="墨迹 14"/>
              <p14:cNvContentPartPr/>
              <p14:nvPr/>
            </p14:nvContentPartPr>
            <p14:xfrm>
              <a:off x="1185545" y="5715000"/>
              <a:ext cx="9525" cy="360"/>
            </p14:xfrm>
          </p:contentPart>
        </mc:Choice>
        <mc:Fallback xmlns="">
          <p:pic>
            <p:nvPicPr>
              <p:cNvPr id="15" name="墨迹 14"/>
            </p:nvPicPr>
            <p:blipFill>
              <a:blip r:embed="rId3"/>
            </p:blipFill>
            <p:spPr>
              <a:xfrm>
                <a:off x="1185545" y="5715000"/>
                <a:ext cx="9525" cy="36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16" name="墨迹 15"/>
              <p14:cNvContentPartPr/>
              <p14:nvPr/>
            </p14:nvContentPartPr>
            <p14:xfrm>
              <a:off x="3705225" y="4366895"/>
              <a:ext cx="23495" cy="238125"/>
            </p14:xfrm>
          </p:contentPart>
        </mc:Choice>
        <mc:Fallback xmlns="">
          <p:pic>
            <p:nvPicPr>
              <p:cNvPr id="16" name="墨迹 15"/>
            </p:nvPicPr>
            <p:blipFill>
              <a:blip r:embed="rId12"/>
            </p:blipFill>
            <p:spPr>
              <a:xfrm>
                <a:off x="3705225" y="4366895"/>
                <a:ext cx="23495" cy="238125"/>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7" name="墨迹 16"/>
              <p14:cNvContentPartPr/>
              <p14:nvPr/>
            </p14:nvContentPartPr>
            <p14:xfrm>
              <a:off x="3728720" y="4314825"/>
              <a:ext cx="85725" cy="166370"/>
            </p14:xfrm>
          </p:contentPart>
        </mc:Choice>
        <mc:Fallback xmlns="">
          <p:pic>
            <p:nvPicPr>
              <p:cNvPr id="17" name="墨迹 16"/>
            </p:nvPicPr>
            <p:blipFill>
              <a:blip r:embed="rId14"/>
            </p:blipFill>
            <p:spPr>
              <a:xfrm>
                <a:off x="3728720" y="4314825"/>
                <a:ext cx="85725" cy="16637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8" name="墨迹 17"/>
              <p14:cNvContentPartPr/>
              <p14:nvPr/>
            </p14:nvContentPartPr>
            <p14:xfrm>
              <a:off x="3728720" y="4486275"/>
              <a:ext cx="9525" cy="360"/>
            </p14:xfrm>
          </p:contentPart>
        </mc:Choice>
        <mc:Fallback xmlns="">
          <p:pic>
            <p:nvPicPr>
              <p:cNvPr id="18" name="墨迹 17"/>
            </p:nvPicPr>
            <p:blipFill>
              <a:blip r:embed="rId3"/>
            </p:blipFill>
            <p:spPr>
              <a:xfrm>
                <a:off x="3728720" y="4486275"/>
                <a:ext cx="9525" cy="360"/>
              </a:xfrm>
              <a:prstGeom prst="rect"/>
            </p:spPr>
          </p:pic>
        </mc:Fallback>
      </mc:AlternateContent>
      <mc:AlternateContent xmlns:mc="http://schemas.openxmlformats.org/markup-compatibility/2006" xmlns:p14="http://schemas.microsoft.com/office/powerpoint/2010/main">
        <mc:Choice Requires="p14">
          <p:contentPart r:id="rId16" p14:bwMode="auto">
            <p14:nvContentPartPr>
              <p14:cNvPr id="19" name="墨迹 18"/>
              <p14:cNvContentPartPr/>
              <p14:nvPr/>
            </p14:nvContentPartPr>
            <p14:xfrm>
              <a:off x="3862070" y="4295775"/>
              <a:ext cx="9525" cy="47625"/>
            </p14:xfrm>
          </p:contentPart>
        </mc:Choice>
        <mc:Fallback xmlns="">
          <p:pic>
            <p:nvPicPr>
              <p:cNvPr id="19" name="墨迹 18"/>
            </p:nvPicPr>
            <p:blipFill>
              <a:blip r:embed="rId17"/>
            </p:blipFill>
            <p:spPr>
              <a:xfrm>
                <a:off x="3862070" y="4295775"/>
                <a:ext cx="9525" cy="47625"/>
              </a:xfrm>
              <a:prstGeom prst="rect"/>
            </p:spPr>
          </p:pic>
        </mc:Fallback>
      </mc:AlternateContent>
      <mc:AlternateContent xmlns:mc="http://schemas.openxmlformats.org/markup-compatibility/2006" xmlns:p14="http://schemas.microsoft.com/office/powerpoint/2010/main">
        <mc:Choice Requires="p14">
          <p:contentPart r:id="rId18" p14:bwMode="auto">
            <p14:nvContentPartPr>
              <p14:cNvPr id="20" name="墨迹 19"/>
              <p14:cNvContentPartPr/>
              <p14:nvPr/>
            </p14:nvContentPartPr>
            <p14:xfrm>
              <a:off x="3857625" y="4352925"/>
              <a:ext cx="9525" cy="360"/>
            </p14:xfrm>
          </p:contentPart>
        </mc:Choice>
        <mc:Fallback xmlns="">
          <p:pic>
            <p:nvPicPr>
              <p:cNvPr id="20" name="墨迹 19"/>
            </p:nvPicPr>
            <p:blipFill>
              <a:blip r:embed="rId3"/>
            </p:blipFill>
            <p:spPr>
              <a:xfrm>
                <a:off x="3857625" y="4352925"/>
                <a:ext cx="9525" cy="36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21" name="墨迹 20"/>
              <p14:cNvContentPartPr/>
              <p14:nvPr/>
            </p14:nvContentPartPr>
            <p14:xfrm>
              <a:off x="4928870" y="4357370"/>
              <a:ext cx="24130" cy="233680"/>
            </p14:xfrm>
          </p:contentPart>
        </mc:Choice>
        <mc:Fallback xmlns="">
          <p:pic>
            <p:nvPicPr>
              <p:cNvPr id="21" name="墨迹 20"/>
            </p:nvPicPr>
            <p:blipFill>
              <a:blip r:embed="rId20"/>
            </p:blipFill>
            <p:spPr>
              <a:xfrm>
                <a:off x="4928870" y="4357370"/>
                <a:ext cx="24130" cy="23368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22" name="墨迹 21"/>
              <p14:cNvContentPartPr/>
              <p14:nvPr/>
            </p14:nvContentPartPr>
            <p14:xfrm>
              <a:off x="4953000" y="4357370"/>
              <a:ext cx="99695" cy="142875"/>
            </p14:xfrm>
          </p:contentPart>
        </mc:Choice>
        <mc:Fallback xmlns="">
          <p:pic>
            <p:nvPicPr>
              <p:cNvPr id="22" name="墨迹 21"/>
            </p:nvPicPr>
            <p:blipFill>
              <a:blip r:embed="rId22"/>
            </p:blipFill>
            <p:spPr>
              <a:xfrm>
                <a:off x="4953000" y="4357370"/>
                <a:ext cx="99695" cy="142875"/>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23" name="墨迹 22"/>
              <p14:cNvContentPartPr/>
              <p14:nvPr/>
            </p14:nvContentPartPr>
            <p14:xfrm>
              <a:off x="5100320" y="4295775"/>
              <a:ext cx="24130" cy="38100"/>
            </p14:xfrm>
          </p:contentPart>
        </mc:Choice>
        <mc:Fallback xmlns="">
          <p:pic>
            <p:nvPicPr>
              <p:cNvPr id="23" name="墨迹 22"/>
            </p:nvPicPr>
            <p:blipFill>
              <a:blip r:embed="rId24"/>
            </p:blipFill>
            <p:spPr>
              <a:xfrm>
                <a:off x="5100320" y="4295775"/>
                <a:ext cx="24130" cy="38100"/>
              </a:xfrm>
              <a:prstGeom prst="rect"/>
            </p:spPr>
          </p:pic>
        </mc:Fallback>
      </mc:AlternateContent>
    </p:spTree>
    <p:custDataLst>
      <p:tags r:id="rId25"/>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en-US">
                <a:latin typeface="宋体" panose="02010600030101010101" pitchFamily="2" charset="-122"/>
                <a:ea typeface="宋体" panose="02010600030101010101" pitchFamily="2" charset="-122"/>
              </a:rPr>
              <a:t>谢谢大家</a:t>
            </a:r>
            <a:endParaRPr lang="zh-CN" altLang="en-US">
              <a:latin typeface="宋体" panose="02010600030101010101" pitchFamily="2" charset="-122"/>
              <a:ea typeface="宋体" panose="02010600030101010101" pitchFamily="2" charset="-122"/>
            </a:endParaRPr>
          </a:p>
        </p:txBody>
      </p:sp>
      <p:sp>
        <p:nvSpPr>
          <p:cNvPr id="3" name="副标题 2"/>
          <p:cNvSpPr>
            <a:spLocks noGrp="1"/>
          </p:cNvSpPr>
          <p:nvPr>
            <p:ph type="subTitle" idx="1"/>
          </p:nvPr>
        </p:nvSpPr>
        <p:spPr/>
        <p:txBody>
          <a:bodyPr/>
          <a:p>
            <a:endParaRPr lang="zh-CN" altLang="en-US"/>
          </a:p>
        </p:txBody>
      </p:sp>
    </p:spTree>
    <p:custDataLst>
      <p:tags r:id="rId1"/>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BEAUTIFY_FLAG" val="#wm#"/>
  <p:tag name="KSO_WM_TEMPLATE_CATEGORY" val="custom"/>
  <p:tag name="KSO_WM_TEMPLATE_INDEX" val="20205081"/>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commondata" val="eyJoZGlkIjoiMGE0Y2U5YzgxZjM2MDE0MmRkYTJmOTU4YzdjZGMyNDY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987</Words>
  <Application>WPS 演示</Application>
  <PresentationFormat>宽屏</PresentationFormat>
  <Paragraphs>97</Paragraphs>
  <Slides>11</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Arial</vt:lpstr>
      <vt:lpstr>宋体</vt:lpstr>
      <vt:lpstr>Wingdings</vt:lpstr>
      <vt:lpstr>Wingdings</vt:lpstr>
      <vt:lpstr>汉仪君黑-45简</vt:lpstr>
      <vt:lpstr>微软雅黑</vt:lpstr>
      <vt:lpstr>Arial Unicode MS</vt:lpstr>
      <vt:lpstr>Calibri</vt:lpstr>
      <vt:lpstr>WPS</vt:lpstr>
      <vt:lpstr>马尔可夫-蒙特卡洛算法</vt:lpstr>
      <vt:lpstr>PowerPoint 演示文稿</vt:lpstr>
      <vt:lpstr>联合极大似然估计</vt:lpstr>
      <vt:lpstr>联合极大似然估计</vt:lpstr>
      <vt:lpstr>贝叶斯估计</vt:lpstr>
      <vt:lpstr>马尔可夫链蒙泰卡洛</vt:lpstr>
      <vt:lpstr>马尔可夫链蒙泰卡洛</vt:lpstr>
      <vt:lpstr>马尔可夫链蒙泰卡洛</vt:lpstr>
      <vt:lpstr>PowerPoint 演示文稿</vt:lpstr>
      <vt:lpstr>马尔可夫链蒙泰卡洛</vt:lpstr>
      <vt:lpstr>谢谢大家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wjq.</cp:lastModifiedBy>
  <cp:revision>159</cp:revision>
  <dcterms:created xsi:type="dcterms:W3CDTF">2019-06-19T02:08:00Z</dcterms:created>
  <dcterms:modified xsi:type="dcterms:W3CDTF">2024-11-01T09:48:08Z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2052-12.1.0.18608</vt:lpwstr>
  </property>
  <property fmtid="{D5CDD505-2E9C-101B-9397-08002B2CF9AE}" pid="3" name="ICV">
    <vt:lpwstr>137F04250BF1478BA2B3887D097808E6_11</vt:lpwstr>
  </property>
</Properties>
</file>